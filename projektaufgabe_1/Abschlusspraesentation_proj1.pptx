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4"/>
  </p:sldMasterIdLst>
  <p:notesMasterIdLst>
    <p:notesMasterId r:id="rId11"/>
  </p:notesMasterIdLst>
  <p:handoutMasterIdLst>
    <p:handoutMasterId r:id="rId12"/>
  </p:handoutMasterIdLst>
  <p:sldIdLst>
    <p:sldId id="256" r:id="rId5"/>
    <p:sldId id="258" r:id="rId6"/>
    <p:sldId id="259" r:id="rId7"/>
    <p:sldId id="263" r:id="rId8"/>
    <p:sldId id="260" r:id="rId9"/>
    <p:sldId id="262" r:id="rId10"/>
  </p:sldIdLst>
  <p:sldSz cx="12192000" cy="6858000"/>
  <p:notesSz cx="6858000" cy="9144000"/>
  <p:defaultTextStyle>
    <a:defPPr rtl="0">
      <a:defRPr lang="de-d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EEE348-08C6-4117-8AD4-B18144D4F358}" v="1" dt="2026-04-27T11:05:21.2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8" autoAdjust="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299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Ottino" userId="2e8b103f4c6c57f6" providerId="LiveId" clId="{4FBA45C3-B1BF-42F3-969B-7363B7F5A2BB}"/>
    <pc:docChg chg="undo custSel addSld modSld sldOrd">
      <pc:chgData name="David Ottino" userId="2e8b103f4c6c57f6" providerId="LiveId" clId="{4FBA45C3-B1BF-42F3-969B-7363B7F5A2BB}" dt="2026-04-27T11:55:10.424" v="619" actId="20577"/>
      <pc:docMkLst>
        <pc:docMk/>
      </pc:docMkLst>
      <pc:sldChg chg="modSp add mod ord">
        <pc:chgData name="David Ottino" userId="2e8b103f4c6c57f6" providerId="LiveId" clId="{4FBA45C3-B1BF-42F3-969B-7363B7F5A2BB}" dt="2026-04-27T11:55:10.424" v="619" actId="20577"/>
        <pc:sldMkLst>
          <pc:docMk/>
          <pc:sldMk cId="562372732" sldId="263"/>
        </pc:sldMkLst>
        <pc:spChg chg="mod">
          <ac:chgData name="David Ottino" userId="2e8b103f4c6c57f6" providerId="LiveId" clId="{4FBA45C3-B1BF-42F3-969B-7363B7F5A2BB}" dt="2026-04-27T10:35:08.672" v="5" actId="20577"/>
          <ac:spMkLst>
            <pc:docMk/>
            <pc:sldMk cId="562372732" sldId="263"/>
            <ac:spMk id="2" creationId="{E41DB523-2AA5-E195-9B0E-2822584CDF15}"/>
          </ac:spMkLst>
        </pc:spChg>
        <pc:spChg chg="mod">
          <ac:chgData name="David Ottino" userId="2e8b103f4c6c57f6" providerId="LiveId" clId="{4FBA45C3-B1BF-42F3-969B-7363B7F5A2BB}" dt="2026-04-27T11:55:10.424" v="619" actId="20577"/>
          <ac:spMkLst>
            <pc:docMk/>
            <pc:sldMk cId="562372732" sldId="263"/>
            <ac:spMk id="6" creationId="{44965F44-0B7D-DABF-86EC-5F172101FEC2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5AA53B-3EEE-4DE4-BB81-9044890C2946}" type="doc">
      <dgm:prSet loTypeId="urn:microsoft.com/office/officeart/2008/layout/VerticalCurvedList" loCatId="list" qsTypeId="urn:microsoft.com/office/officeart/2005/8/quickstyle/simple4" qsCatId="simple" csTypeId="urn:microsoft.com/office/officeart/2005/8/colors/accent2_2" csCatId="accent2" phldr="1"/>
      <dgm:spPr/>
      <dgm:t>
        <a:bodyPr rtlCol="0"/>
        <a:lstStyle/>
        <a:p>
          <a:pPr rtl="0"/>
          <a:endParaRPr lang="en-US"/>
        </a:p>
      </dgm:t>
    </dgm:pt>
    <dgm:pt modelId="{6750AC01-D39D-4F3A-9DC8-2A211EE986A2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Aufsetzen Basis	</a:t>
          </a:r>
        </a:p>
      </dgm:t>
    </dgm:pt>
    <dgm:pt modelId="{720680DC-AAA4-4434-A582-60EBCC5BA355}" type="parTrans" cxnId="{0B5DAE5F-BCDC-4BF7-A6E7-CF856886A64D}">
      <dgm:prSet/>
      <dgm:spPr/>
      <dgm:t>
        <a:bodyPr rtlCol="0"/>
        <a:lstStyle/>
        <a:p>
          <a:pPr rtl="0"/>
          <a:endParaRPr lang="de-DE" noProof="0" dirty="0"/>
        </a:p>
      </dgm:t>
    </dgm:pt>
    <dgm:pt modelId="{CA077D98-8478-47EA-B6A9-99ACE60C64D4}" type="sibTrans" cxnId="{0B5DAE5F-BCDC-4BF7-A6E7-CF856886A64D}">
      <dgm:prSet/>
      <dgm:spPr/>
      <dgm:t>
        <a:bodyPr rtlCol="0"/>
        <a:lstStyle/>
        <a:p>
          <a:pPr rtl="0"/>
          <a:endParaRPr lang="de-DE" noProof="0" dirty="0"/>
        </a:p>
      </dgm:t>
    </dgm:pt>
    <dgm:pt modelId="{0BEF68B8-1228-47BB-83B5-7B9CD1E3F84E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Implementierung Framework</a:t>
          </a:r>
        </a:p>
      </dgm:t>
    </dgm:pt>
    <dgm:pt modelId="{ED3A4BC2-B75A-4952-A38B-A42B5995DF05}" type="parTrans" cxnId="{EDEF4F82-1237-4639-A0F7-385C1897CE66}">
      <dgm:prSet/>
      <dgm:spPr/>
      <dgm:t>
        <a:bodyPr rtlCol="0"/>
        <a:lstStyle/>
        <a:p>
          <a:pPr rtl="0"/>
          <a:endParaRPr lang="de-DE" noProof="0" dirty="0"/>
        </a:p>
      </dgm:t>
    </dgm:pt>
    <dgm:pt modelId="{FD949706-EDCC-4ADC-8EDF-8EDA49C92325}" type="sibTrans" cxnId="{EDEF4F82-1237-4639-A0F7-385C1897CE66}">
      <dgm:prSet/>
      <dgm:spPr/>
      <dgm:t>
        <a:bodyPr rtlCol="0"/>
        <a:lstStyle/>
        <a:p>
          <a:pPr rtl="0"/>
          <a:endParaRPr lang="de-DE" noProof="0" dirty="0"/>
        </a:p>
      </dgm:t>
    </dgm:pt>
    <dgm:pt modelId="{5605D28D-2CE6-4513-8566-952984E21E14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Benchmarks</a:t>
          </a:r>
        </a:p>
      </dgm:t>
    </dgm:pt>
    <dgm:pt modelId="{EB15AB98-362B-4E70-A3DA-995FC3E8BA79}" type="parTrans" cxnId="{FAF3F884-F0CF-440F-8CB1-B7648AB1B138}">
      <dgm:prSet/>
      <dgm:spPr/>
      <dgm:t>
        <a:bodyPr rtlCol="0"/>
        <a:lstStyle/>
        <a:p>
          <a:pPr rtl="0"/>
          <a:endParaRPr lang="de-DE" noProof="0" dirty="0"/>
        </a:p>
      </dgm:t>
    </dgm:pt>
    <dgm:pt modelId="{823D1971-2C4D-4EC5-A874-2F463DE37109}" type="sibTrans" cxnId="{FAF3F884-F0CF-440F-8CB1-B7648AB1B138}">
      <dgm:prSet/>
      <dgm:spPr/>
      <dgm:t>
        <a:bodyPr rtlCol="0"/>
        <a:lstStyle/>
        <a:p>
          <a:pPr rtl="0"/>
          <a:endParaRPr lang="de-DE" noProof="0" dirty="0"/>
        </a:p>
      </dgm:t>
    </dgm:pt>
    <dgm:pt modelId="{57806726-6E60-4ACC-9C1C-7DF9CC365A10}" type="pres">
      <dgm:prSet presAssocID="{7E5AA53B-3EEE-4DE4-BB81-9044890C2946}" presName="Name0" presStyleCnt="0">
        <dgm:presLayoutVars>
          <dgm:chMax val="7"/>
          <dgm:chPref val="7"/>
          <dgm:dir/>
        </dgm:presLayoutVars>
      </dgm:prSet>
      <dgm:spPr/>
    </dgm:pt>
    <dgm:pt modelId="{90561C55-3C6E-4D53-85E1-2C50BCDDA392}" type="pres">
      <dgm:prSet presAssocID="{7E5AA53B-3EEE-4DE4-BB81-9044890C2946}" presName="Name1" presStyleCnt="0"/>
      <dgm:spPr/>
    </dgm:pt>
    <dgm:pt modelId="{B6CD42EC-5AD4-4004-AE5B-47EDA668DAA8}" type="pres">
      <dgm:prSet presAssocID="{7E5AA53B-3EEE-4DE4-BB81-9044890C2946}" presName="cycle" presStyleCnt="0"/>
      <dgm:spPr/>
    </dgm:pt>
    <dgm:pt modelId="{963B8EE3-40CC-4A0A-B420-D0BF920973CE}" type="pres">
      <dgm:prSet presAssocID="{7E5AA53B-3EEE-4DE4-BB81-9044890C2946}" presName="srcNode" presStyleLbl="node1" presStyleIdx="0" presStyleCnt="3"/>
      <dgm:spPr/>
    </dgm:pt>
    <dgm:pt modelId="{D79B43FC-100B-4A0D-A4D5-0D2D04B99064}" type="pres">
      <dgm:prSet presAssocID="{7E5AA53B-3EEE-4DE4-BB81-9044890C2946}" presName="conn" presStyleLbl="parChTrans1D2" presStyleIdx="0" presStyleCnt="1"/>
      <dgm:spPr/>
    </dgm:pt>
    <dgm:pt modelId="{3CAD8DA1-8D53-445C-ACE8-D8449E4F0F55}" type="pres">
      <dgm:prSet presAssocID="{7E5AA53B-3EEE-4DE4-BB81-9044890C2946}" presName="extraNode" presStyleLbl="node1" presStyleIdx="0" presStyleCnt="3"/>
      <dgm:spPr/>
    </dgm:pt>
    <dgm:pt modelId="{429CABD1-4116-474B-81BF-735E2CA9DD00}" type="pres">
      <dgm:prSet presAssocID="{7E5AA53B-3EEE-4DE4-BB81-9044890C2946}" presName="dstNode" presStyleLbl="node1" presStyleIdx="0" presStyleCnt="3"/>
      <dgm:spPr/>
    </dgm:pt>
    <dgm:pt modelId="{58319267-C71E-43C9-94E1-827D0616C7A7}" type="pres">
      <dgm:prSet presAssocID="{6750AC01-D39D-4F3A-9DC8-2A211EE986A2}" presName="text_1" presStyleLbl="node1" presStyleIdx="0" presStyleCnt="3">
        <dgm:presLayoutVars>
          <dgm:bulletEnabled val="1"/>
        </dgm:presLayoutVars>
      </dgm:prSet>
      <dgm:spPr/>
    </dgm:pt>
    <dgm:pt modelId="{79F9B8A9-2412-4B74-84A9-69422DB81CDC}" type="pres">
      <dgm:prSet presAssocID="{6750AC01-D39D-4F3A-9DC8-2A211EE986A2}" presName="accent_1" presStyleCnt="0"/>
      <dgm:spPr/>
    </dgm:pt>
    <dgm:pt modelId="{07CB3071-D555-47DA-A36A-69EB91531FD8}" type="pres">
      <dgm:prSet presAssocID="{6750AC01-D39D-4F3A-9DC8-2A211EE986A2}" presName="accentRepeatNode" presStyleLbl="solidFgAcc1" presStyleIdx="0" presStyleCnt="3"/>
      <dgm:spPr/>
    </dgm:pt>
    <dgm:pt modelId="{95DE6538-27BD-44AF-A1A8-CA8F6B10FDD2}" type="pres">
      <dgm:prSet presAssocID="{0BEF68B8-1228-47BB-83B5-7B9CD1E3F84E}" presName="text_2" presStyleLbl="node1" presStyleIdx="1" presStyleCnt="3">
        <dgm:presLayoutVars>
          <dgm:bulletEnabled val="1"/>
        </dgm:presLayoutVars>
      </dgm:prSet>
      <dgm:spPr/>
    </dgm:pt>
    <dgm:pt modelId="{312BDEE8-85BD-4F02-B35B-2CC8E701C98B}" type="pres">
      <dgm:prSet presAssocID="{0BEF68B8-1228-47BB-83B5-7B9CD1E3F84E}" presName="accent_2" presStyleCnt="0"/>
      <dgm:spPr/>
    </dgm:pt>
    <dgm:pt modelId="{3F8116AC-FAC3-4E95-9865-93CCFEB191B9}" type="pres">
      <dgm:prSet presAssocID="{0BEF68B8-1228-47BB-83B5-7B9CD1E3F84E}" presName="accentRepeatNode" presStyleLbl="solidFgAcc1" presStyleIdx="1" presStyleCnt="3"/>
      <dgm:spPr/>
    </dgm:pt>
    <dgm:pt modelId="{E131CE4A-9776-44F4-BC03-867682E21374}" type="pres">
      <dgm:prSet presAssocID="{5605D28D-2CE6-4513-8566-952984E21E14}" presName="text_3" presStyleLbl="node1" presStyleIdx="2" presStyleCnt="3">
        <dgm:presLayoutVars>
          <dgm:bulletEnabled val="1"/>
        </dgm:presLayoutVars>
      </dgm:prSet>
      <dgm:spPr/>
    </dgm:pt>
    <dgm:pt modelId="{AC9A216A-8375-48F9-A4E6-8E0B64C0209B}" type="pres">
      <dgm:prSet presAssocID="{5605D28D-2CE6-4513-8566-952984E21E14}" presName="accent_3" presStyleCnt="0"/>
      <dgm:spPr/>
    </dgm:pt>
    <dgm:pt modelId="{A965097E-32F1-4AB8-8C4E-2814A7596B2F}" type="pres">
      <dgm:prSet presAssocID="{5605D28D-2CE6-4513-8566-952984E21E14}" presName="accentRepeatNode" presStyleLbl="solidFgAcc1" presStyleIdx="2" presStyleCnt="3"/>
      <dgm:spPr/>
    </dgm:pt>
  </dgm:ptLst>
  <dgm:cxnLst>
    <dgm:cxn modelId="{A11E3B12-1828-45A7-86C3-BB85832DF84D}" type="presOf" srcId="{CA077D98-8478-47EA-B6A9-99ACE60C64D4}" destId="{D79B43FC-100B-4A0D-A4D5-0D2D04B99064}" srcOrd="0" destOrd="0" presId="urn:microsoft.com/office/officeart/2008/layout/VerticalCurvedList"/>
    <dgm:cxn modelId="{0B5DAE5F-BCDC-4BF7-A6E7-CF856886A64D}" srcId="{7E5AA53B-3EEE-4DE4-BB81-9044890C2946}" destId="{6750AC01-D39D-4F3A-9DC8-2A211EE986A2}" srcOrd="0" destOrd="0" parTransId="{720680DC-AAA4-4434-A582-60EBCC5BA355}" sibTransId="{CA077D98-8478-47EA-B6A9-99ACE60C64D4}"/>
    <dgm:cxn modelId="{29DA474E-5DFA-4C66-882F-319C49ABBB19}" type="presOf" srcId="{6750AC01-D39D-4F3A-9DC8-2A211EE986A2}" destId="{58319267-C71E-43C9-94E1-827D0616C7A7}" srcOrd="0" destOrd="0" presId="urn:microsoft.com/office/officeart/2008/layout/VerticalCurvedList"/>
    <dgm:cxn modelId="{7084AA77-BACB-46CB-AE4A-77B62D3ED1AF}" type="presOf" srcId="{5605D28D-2CE6-4513-8566-952984E21E14}" destId="{E131CE4A-9776-44F4-BC03-867682E21374}" srcOrd="0" destOrd="0" presId="urn:microsoft.com/office/officeart/2008/layout/VerticalCurvedList"/>
    <dgm:cxn modelId="{EDEF4F82-1237-4639-A0F7-385C1897CE66}" srcId="{7E5AA53B-3EEE-4DE4-BB81-9044890C2946}" destId="{0BEF68B8-1228-47BB-83B5-7B9CD1E3F84E}" srcOrd="1" destOrd="0" parTransId="{ED3A4BC2-B75A-4952-A38B-A42B5995DF05}" sibTransId="{FD949706-EDCC-4ADC-8EDF-8EDA49C92325}"/>
    <dgm:cxn modelId="{FAF3F884-F0CF-440F-8CB1-B7648AB1B138}" srcId="{7E5AA53B-3EEE-4DE4-BB81-9044890C2946}" destId="{5605D28D-2CE6-4513-8566-952984E21E14}" srcOrd="2" destOrd="0" parTransId="{EB15AB98-362B-4E70-A3DA-995FC3E8BA79}" sibTransId="{823D1971-2C4D-4EC5-A874-2F463DE37109}"/>
    <dgm:cxn modelId="{4F65CC8F-B5A8-40BE-A32B-05862B543D6A}" type="presOf" srcId="{7E5AA53B-3EEE-4DE4-BB81-9044890C2946}" destId="{57806726-6E60-4ACC-9C1C-7DF9CC365A10}" srcOrd="0" destOrd="0" presId="urn:microsoft.com/office/officeart/2008/layout/VerticalCurvedList"/>
    <dgm:cxn modelId="{4A378892-5CCC-4F0D-8A38-4BEAECF30F24}" type="presOf" srcId="{0BEF68B8-1228-47BB-83B5-7B9CD1E3F84E}" destId="{95DE6538-27BD-44AF-A1A8-CA8F6B10FDD2}" srcOrd="0" destOrd="0" presId="urn:microsoft.com/office/officeart/2008/layout/VerticalCurvedList"/>
    <dgm:cxn modelId="{4E25B52E-70EF-4A0F-B410-0B49263AF380}" type="presParOf" srcId="{57806726-6E60-4ACC-9C1C-7DF9CC365A10}" destId="{90561C55-3C6E-4D53-85E1-2C50BCDDA392}" srcOrd="0" destOrd="0" presId="urn:microsoft.com/office/officeart/2008/layout/VerticalCurvedList"/>
    <dgm:cxn modelId="{2B3DD9E4-EC9C-4B92-B380-F89BF82E7CF3}" type="presParOf" srcId="{90561C55-3C6E-4D53-85E1-2C50BCDDA392}" destId="{B6CD42EC-5AD4-4004-AE5B-47EDA668DAA8}" srcOrd="0" destOrd="0" presId="urn:microsoft.com/office/officeart/2008/layout/VerticalCurvedList"/>
    <dgm:cxn modelId="{EA357085-80A4-4D1D-9BD2-56B1E9A721FB}" type="presParOf" srcId="{B6CD42EC-5AD4-4004-AE5B-47EDA668DAA8}" destId="{963B8EE3-40CC-4A0A-B420-D0BF920973CE}" srcOrd="0" destOrd="0" presId="urn:microsoft.com/office/officeart/2008/layout/VerticalCurvedList"/>
    <dgm:cxn modelId="{F175C6D0-411C-40FD-A19B-860D49F42061}" type="presParOf" srcId="{B6CD42EC-5AD4-4004-AE5B-47EDA668DAA8}" destId="{D79B43FC-100B-4A0D-A4D5-0D2D04B99064}" srcOrd="1" destOrd="0" presId="urn:microsoft.com/office/officeart/2008/layout/VerticalCurvedList"/>
    <dgm:cxn modelId="{794BB944-68C0-47A5-9792-652802EB36AC}" type="presParOf" srcId="{B6CD42EC-5AD4-4004-AE5B-47EDA668DAA8}" destId="{3CAD8DA1-8D53-445C-ACE8-D8449E4F0F55}" srcOrd="2" destOrd="0" presId="urn:microsoft.com/office/officeart/2008/layout/VerticalCurvedList"/>
    <dgm:cxn modelId="{B8CC75C4-3D1A-49E7-80D2-915668C1368C}" type="presParOf" srcId="{B6CD42EC-5AD4-4004-AE5B-47EDA668DAA8}" destId="{429CABD1-4116-474B-81BF-735E2CA9DD00}" srcOrd="3" destOrd="0" presId="urn:microsoft.com/office/officeart/2008/layout/VerticalCurvedList"/>
    <dgm:cxn modelId="{28110BB8-F33F-498C-9A75-98364B05EFA5}" type="presParOf" srcId="{90561C55-3C6E-4D53-85E1-2C50BCDDA392}" destId="{58319267-C71E-43C9-94E1-827D0616C7A7}" srcOrd="1" destOrd="0" presId="urn:microsoft.com/office/officeart/2008/layout/VerticalCurvedList"/>
    <dgm:cxn modelId="{3866F6C9-5521-48F2-B6C3-40C9896E1605}" type="presParOf" srcId="{90561C55-3C6E-4D53-85E1-2C50BCDDA392}" destId="{79F9B8A9-2412-4B74-84A9-69422DB81CDC}" srcOrd="2" destOrd="0" presId="urn:microsoft.com/office/officeart/2008/layout/VerticalCurvedList"/>
    <dgm:cxn modelId="{D2205A4F-BB7A-4399-BC2F-78E18EC6EAFE}" type="presParOf" srcId="{79F9B8A9-2412-4B74-84A9-69422DB81CDC}" destId="{07CB3071-D555-47DA-A36A-69EB91531FD8}" srcOrd="0" destOrd="0" presId="urn:microsoft.com/office/officeart/2008/layout/VerticalCurvedList"/>
    <dgm:cxn modelId="{602753E6-8A03-492B-861A-6B9532B5AA28}" type="presParOf" srcId="{90561C55-3C6E-4D53-85E1-2C50BCDDA392}" destId="{95DE6538-27BD-44AF-A1A8-CA8F6B10FDD2}" srcOrd="3" destOrd="0" presId="urn:microsoft.com/office/officeart/2008/layout/VerticalCurvedList"/>
    <dgm:cxn modelId="{AEC540A3-E86A-4075-8BE4-263F4AFF4EA1}" type="presParOf" srcId="{90561C55-3C6E-4D53-85E1-2C50BCDDA392}" destId="{312BDEE8-85BD-4F02-B35B-2CC8E701C98B}" srcOrd="4" destOrd="0" presId="urn:microsoft.com/office/officeart/2008/layout/VerticalCurvedList"/>
    <dgm:cxn modelId="{CD5D1014-B7CB-4B47-9A02-5FBF90928A73}" type="presParOf" srcId="{312BDEE8-85BD-4F02-B35B-2CC8E701C98B}" destId="{3F8116AC-FAC3-4E95-9865-93CCFEB191B9}" srcOrd="0" destOrd="0" presId="urn:microsoft.com/office/officeart/2008/layout/VerticalCurvedList"/>
    <dgm:cxn modelId="{987EB7C0-CA3E-4874-85E0-01E9060A2D35}" type="presParOf" srcId="{90561C55-3C6E-4D53-85E1-2C50BCDDA392}" destId="{E131CE4A-9776-44F4-BC03-867682E21374}" srcOrd="5" destOrd="0" presId="urn:microsoft.com/office/officeart/2008/layout/VerticalCurvedList"/>
    <dgm:cxn modelId="{91E55363-8DCA-455E-A203-06A9410994CB}" type="presParOf" srcId="{90561C55-3C6E-4D53-85E1-2C50BCDDA392}" destId="{AC9A216A-8375-48F9-A4E6-8E0B64C0209B}" srcOrd="6" destOrd="0" presId="urn:microsoft.com/office/officeart/2008/layout/VerticalCurvedList"/>
    <dgm:cxn modelId="{D866D586-1293-4049-B6E3-B467C1D5ED64}" type="presParOf" srcId="{AC9A216A-8375-48F9-A4E6-8E0B64C0209B}" destId="{A965097E-32F1-4AB8-8C4E-2814A7596B2F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B43FC-100B-4A0D-A4D5-0D2D04B99064}">
      <dsp:nvSpPr>
        <dsp:cNvPr id="0" name=""/>
        <dsp:cNvSpPr/>
      </dsp:nvSpPr>
      <dsp:spPr>
        <a:xfrm>
          <a:off x="-4028574" y="-618397"/>
          <a:ext cx="4800732" cy="4800732"/>
        </a:xfrm>
        <a:prstGeom prst="blockArc">
          <a:avLst>
            <a:gd name="adj1" fmla="val 18900000"/>
            <a:gd name="adj2" fmla="val 2700000"/>
            <a:gd name="adj3" fmla="val 450"/>
          </a:avLst>
        </a:prstGeom>
        <a:noFill/>
        <a:ln w="12700" cap="rnd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319267-C71E-43C9-94E1-827D0616C7A7}">
      <dsp:nvSpPr>
        <dsp:cNvPr id="0" name=""/>
        <dsp:cNvSpPr/>
      </dsp:nvSpPr>
      <dsp:spPr>
        <a:xfrm>
          <a:off x="496568" y="356393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0" dirty="0"/>
            <a:t>Aufsetzen Basis	</a:t>
          </a:r>
        </a:p>
      </dsp:txBody>
      <dsp:txXfrm>
        <a:off x="496568" y="356393"/>
        <a:ext cx="6310391" cy="712787"/>
      </dsp:txXfrm>
    </dsp:sp>
    <dsp:sp modelId="{07CB3071-D555-47DA-A36A-69EB91531FD8}">
      <dsp:nvSpPr>
        <dsp:cNvPr id="0" name=""/>
        <dsp:cNvSpPr/>
      </dsp:nvSpPr>
      <dsp:spPr>
        <a:xfrm>
          <a:off x="51076" y="267295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DE6538-27BD-44AF-A1A8-CA8F6B10FDD2}">
      <dsp:nvSpPr>
        <dsp:cNvPr id="0" name=""/>
        <dsp:cNvSpPr/>
      </dsp:nvSpPr>
      <dsp:spPr>
        <a:xfrm>
          <a:off x="755666" y="1425575"/>
          <a:ext cx="6051292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0" dirty="0"/>
            <a:t>Implementierung Framework</a:t>
          </a:r>
        </a:p>
      </dsp:txBody>
      <dsp:txXfrm>
        <a:off x="755666" y="1425575"/>
        <a:ext cx="6051292" cy="712787"/>
      </dsp:txXfrm>
    </dsp:sp>
    <dsp:sp modelId="{3F8116AC-FAC3-4E95-9865-93CCFEB191B9}">
      <dsp:nvSpPr>
        <dsp:cNvPr id="0" name=""/>
        <dsp:cNvSpPr/>
      </dsp:nvSpPr>
      <dsp:spPr>
        <a:xfrm>
          <a:off x="310174" y="1336476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31CE4A-9776-44F4-BC03-867682E21374}">
      <dsp:nvSpPr>
        <dsp:cNvPr id="0" name=""/>
        <dsp:cNvSpPr/>
      </dsp:nvSpPr>
      <dsp:spPr>
        <a:xfrm>
          <a:off x="496568" y="2494756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0" dirty="0"/>
            <a:t>Benchmarks</a:t>
          </a:r>
        </a:p>
      </dsp:txBody>
      <dsp:txXfrm>
        <a:off x="496568" y="2494756"/>
        <a:ext cx="6310391" cy="712787"/>
      </dsp:txXfrm>
    </dsp:sp>
    <dsp:sp modelId="{A965097E-32F1-4AB8-8C4E-2814A7596B2F}">
      <dsp:nvSpPr>
        <dsp:cNvPr id="0" name=""/>
        <dsp:cNvSpPr/>
      </dsp:nvSpPr>
      <dsp:spPr>
        <a:xfrm>
          <a:off x="51076" y="2405658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1A9778A4-5989-4B73-B806-3D313DF86FB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7EA4154-7C38-4947-B5AD-02E491995E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1CF449-96F2-4140-9ACD-00D2DB603D3A}" type="datetimeFigureOut">
              <a:rPr lang="de-DE" smtClean="0"/>
              <a:t>27.04.2026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CE34BB0-A96D-4A76-9F13-8E5E0F1767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ECE0EC8-3BAE-4AE4-AB08-BAFB99590BB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9A195-F19A-4BDD-A61C-6C0960F12D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376828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noProof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A953E0-B6BA-4FDC-A9D7-5E3E2548A0EF}" type="datetimeFigureOut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/>
              <a:t>Textmasterformate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F059D1-1E64-4095-816B-E25F58AA5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9705642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9060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72535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86232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F92C4-BD0A-907D-309B-80ECEC6F0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3749952-C1B0-F7E2-8816-A4816E8D60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47D2FED-E8B9-6A0E-1CE6-BFEAD5A68F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F02B3CC-B94D-ED2E-9A1D-DA590A649C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5388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21638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02912-FD73-6D93-1036-687993C00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3EF5B76-200E-49A5-8BC8-59A4AE94B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6ABCAC8-6B02-A470-8D14-A9D675E1DD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E433D6-FEF0-EA7F-1D4F-F4FBE685F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69776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 noProof="0" dirty="0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de-DE" noProof="0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6F017FFA-7AEE-4C00-88EF-1712D868907B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de-DE" noProof="0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500A958-47F8-4A25-9D65-93789F465065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52FD7EF8-B80C-4EAF-BDE9-3F6BA4E2A20F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CF5CBA0-3018-4AED-9709-ED5ED6DE6464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C9E23F0-8CA4-4891-BD20-E4745AC04CDA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7049BD8-EDBB-43F8-A43A-C3DFCBD8BA18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  <p:sp>
        <p:nvSpPr>
          <p:cNvPr id="7" name="Rechteck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el 1"/>
          <p:cNvSpPr>
            <a:spLocks noGrp="1"/>
          </p:cNvSpPr>
          <p:nvPr>
            <p:ph type="title" hasCustomPrompt="1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1C89A48-29B7-4D5A-8AB0-E4BA246CFAD2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AFD730BD-5937-405C-BD95-FF3ACE1D618D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de-DE" noProof="0"/>
              <a:t>Klicken Sie, um ein Bild hinzuzufügen.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7AB63DA-8489-4CDE-978B-BB7BCFF91C84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el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40C8376-9E33-4792-89DD-E496184A2796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kaler Titel 1"/>
          <p:cNvSpPr>
            <a:spLocks noGrp="1"/>
          </p:cNvSpPr>
          <p:nvPr>
            <p:ph type="title" orient="vert" hasCustomPrompt="1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B2E4CCC-08DB-477E-9152-1DAD05168712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de-DE" noProof="0" dirty="0"/>
              <a:t>Textmasterformate bearbeiten</a:t>
            </a:r>
          </a:p>
          <a:p>
            <a:pPr lvl="1" rtl="0"/>
            <a:r>
              <a:rPr lang="de-DE" noProof="0" dirty="0"/>
              <a:t>Zweite Ebene</a:t>
            </a:r>
          </a:p>
          <a:p>
            <a:pPr lvl="2" rtl="0"/>
            <a:r>
              <a:rPr lang="de-DE" noProof="0" dirty="0"/>
              <a:t>Dritte Ebene</a:t>
            </a:r>
          </a:p>
          <a:p>
            <a:pPr lvl="3" rtl="0"/>
            <a:r>
              <a:rPr lang="de-DE" noProof="0" dirty="0"/>
              <a:t>Vierte Ebene</a:t>
            </a:r>
          </a:p>
          <a:p>
            <a:pPr lvl="4" rtl="0"/>
            <a:r>
              <a:rPr lang="de-DE" noProof="0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16D808DD-B590-408B-8826-B4C3892F22C7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  <p:sp>
        <p:nvSpPr>
          <p:cNvPr id="9" name="Rechteck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10" name="Rechteck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11" name="Rechteck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hteck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e-DE"/>
          </a:p>
        </p:txBody>
      </p:sp>
      <p:pic>
        <p:nvPicPr>
          <p:cNvPr id="7" name="Bild 6" descr="Digitale Verbindungen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uppe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</p:grpSp>
      <p:sp>
        <p:nvSpPr>
          <p:cNvPr id="22" name="Rechteck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pPr rtl="0"/>
            <a:r>
              <a:rPr lang="de-DE" sz="5000" dirty="0" err="1">
                <a:solidFill>
                  <a:schemeClr val="bg1"/>
                </a:solidFill>
              </a:rPr>
              <a:t>Sparsity</a:t>
            </a:r>
            <a:r>
              <a:rPr lang="de-DE" sz="5000" dirty="0">
                <a:solidFill>
                  <a:schemeClr val="bg1"/>
                </a:solidFill>
              </a:rPr>
              <a:t> von E-Commerce Daten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pPr rtl="0"/>
            <a:r>
              <a:rPr lang="de-DE" dirty="0">
                <a:solidFill>
                  <a:srgbClr val="7CEBFF"/>
                </a:solidFill>
              </a:rPr>
              <a:t>Martin Wiesinger, Christian </a:t>
            </a:r>
            <a:r>
              <a:rPr lang="de-DE" dirty="0" err="1">
                <a:solidFill>
                  <a:srgbClr val="7CEBFF"/>
                </a:solidFill>
              </a:rPr>
              <a:t>Zanotti</a:t>
            </a:r>
            <a:r>
              <a:rPr lang="de-DE" dirty="0">
                <a:solidFill>
                  <a:srgbClr val="7CEBFF"/>
                </a:solidFill>
              </a:rPr>
              <a:t>, David Ottino</a:t>
            </a: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e-DE" dirty="0"/>
              <a:t>Generelles Vorgehen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86AB018-5B0D-2885-80A2-4F3411D554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3" y="2228003"/>
            <a:ext cx="11029616" cy="3633047"/>
          </a:xfrm>
        </p:spPr>
        <p:txBody>
          <a:bodyPr/>
          <a:lstStyle/>
          <a:p>
            <a:r>
              <a:rPr lang="de-AT" dirty="0" err="1"/>
              <a:t>test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97607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hteck 12">
            <a:extLst>
              <a:ext uri="{FF2B5EF4-FFF2-40B4-BE49-F238E27FC236}">
                <a16:creationId xmlns:a16="http://schemas.microsoft.com/office/drawing/2014/main" id="{4AE9D071-98CF-435C-BD2B-976514544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e-DE" dirty="0"/>
          </a:p>
        </p:txBody>
      </p:sp>
      <p:pic>
        <p:nvPicPr>
          <p:cNvPr id="8" name="Inhaltsplatzhalter 4" descr="Digitale Zahlen">
            <a:extLst>
              <a:ext uri="{FF2B5EF4-FFF2-40B4-BE49-F238E27FC236}">
                <a16:creationId xmlns:a16="http://schemas.microsoft.com/office/drawing/2014/main" id="{EA70616B-E344-4856-8DF9-707C262366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Gruppe 14">
            <a:extLst>
              <a:ext uri="{FF2B5EF4-FFF2-40B4-BE49-F238E27FC236}">
                <a16:creationId xmlns:a16="http://schemas.microsoft.com/office/drawing/2014/main" id="{D619FC33-16ED-4246-9596-BEFEB55E4C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2EEA80E1-F99F-4009-837F-2F72F8A5D5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0230AF9A-4641-4BD8-9F95-9607CD304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8703D4EC-9389-41B6-B88B-B6FDC8CD3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7F2616EE-270D-4F4C-BA1F-2708D387B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7213600" cy="1121871"/>
          </a:xfrm>
        </p:spPr>
        <p:txBody>
          <a:bodyPr rtlCol="0" anchor="ctr">
            <a:normAutofit/>
          </a:bodyPr>
          <a:lstStyle/>
          <a:p>
            <a:pPr algn="ctr" rtl="0"/>
            <a:r>
              <a:rPr lang="de-DE" dirty="0"/>
              <a:t>Zeitplanung</a:t>
            </a:r>
          </a:p>
        </p:txBody>
      </p:sp>
      <p:graphicFrame>
        <p:nvGraphicFramePr>
          <p:cNvPr id="6" name="Inhaltsplatzhalter 5" descr="SmartArt">
            <a:extLst>
              <a:ext uri="{FF2B5EF4-FFF2-40B4-BE49-F238E27FC236}">
                <a16:creationId xmlns:a16="http://schemas.microsoft.com/office/drawing/2014/main" id="{BF629521-FFD2-45DA-9D1D-A5F09BD5A2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54109150"/>
              </p:ext>
            </p:extLst>
          </p:nvPr>
        </p:nvGraphicFramePr>
        <p:xfrm>
          <a:off x="719571" y="2198254"/>
          <a:ext cx="6854248" cy="35639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4209322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036203-F53B-C35D-ECDE-BD734F06B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1DB523-2AA5-E195-9B0E-2822584CD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e-DE" dirty="0"/>
              <a:t>API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4965F44-0B7D-DABF-86EC-5F172101FE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3" y="1907458"/>
            <a:ext cx="11029616" cy="4385187"/>
          </a:xfrm>
        </p:spPr>
        <p:txBody>
          <a:bodyPr>
            <a:normAutofit/>
          </a:bodyPr>
          <a:lstStyle/>
          <a:p>
            <a:r>
              <a:rPr lang="de-AT" dirty="0"/>
              <a:t>Vertikale Daten wurden über riesige View mit vielen </a:t>
            </a:r>
            <a:r>
              <a:rPr lang="de-AT" dirty="0" err="1"/>
              <a:t>Left</a:t>
            </a:r>
            <a:r>
              <a:rPr lang="de-AT" dirty="0"/>
              <a:t> </a:t>
            </a:r>
            <a:r>
              <a:rPr lang="de-AT" dirty="0" err="1"/>
              <a:t>Joins</a:t>
            </a:r>
            <a:r>
              <a:rPr lang="de-AT" dirty="0"/>
              <a:t> wieder zusammengefügt</a:t>
            </a:r>
          </a:p>
          <a:p>
            <a:r>
              <a:rPr lang="de-AT" dirty="0"/>
              <a:t>Statt statischer Tabelle Nutzung von prozeduralen Funktionen im DBMS</a:t>
            </a:r>
          </a:p>
          <a:p>
            <a:r>
              <a:rPr lang="de-AT" dirty="0"/>
              <a:t>Funktionen werden dynamisch für jeweiliges Datenbankschema generiert</a:t>
            </a:r>
          </a:p>
          <a:p>
            <a:r>
              <a:rPr lang="de-AT" dirty="0" err="1"/>
              <a:t>q_i</a:t>
            </a:r>
            <a:r>
              <a:rPr lang="de-AT" dirty="0"/>
              <a:t>:</a:t>
            </a:r>
          </a:p>
          <a:p>
            <a:pPr lvl="1"/>
            <a:r>
              <a:rPr lang="de-AT" dirty="0"/>
              <a:t>Sammeln aller Attribute aus vertikalen Views</a:t>
            </a:r>
          </a:p>
          <a:p>
            <a:pPr lvl="1"/>
            <a:r>
              <a:rPr lang="de-AT" dirty="0"/>
              <a:t>Generierung einer Unterabfrage für jede Spalte</a:t>
            </a:r>
          </a:p>
          <a:p>
            <a:pPr lvl="1"/>
            <a:r>
              <a:rPr lang="de-AT" dirty="0"/>
              <a:t>Horizontale Rekonstruktion durch RETURNS TABLE</a:t>
            </a:r>
          </a:p>
          <a:p>
            <a:r>
              <a:rPr lang="de-AT" dirty="0" err="1"/>
              <a:t>q_ii</a:t>
            </a:r>
            <a:r>
              <a:rPr lang="de-AT" dirty="0"/>
              <a:t>:</a:t>
            </a:r>
          </a:p>
          <a:p>
            <a:pPr lvl="1"/>
            <a:r>
              <a:rPr lang="de-AT" dirty="0"/>
              <a:t>Beide Partitionen werden nach Attribut und Wert mit Index durchsucht</a:t>
            </a:r>
          </a:p>
          <a:p>
            <a:pPr lvl="1"/>
            <a:r>
              <a:rPr lang="de-AT" dirty="0"/>
              <a:t>Ergebnisse werden über </a:t>
            </a:r>
            <a:r>
              <a:rPr lang="de-AT"/>
              <a:t>UNION zusammengefügt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562372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hteck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e-DE"/>
          </a:p>
        </p:txBody>
      </p:sp>
      <p:pic>
        <p:nvPicPr>
          <p:cNvPr id="5" name="Bild 4" descr="Digitale Zahlen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de-DE" dirty="0">
                <a:solidFill>
                  <a:srgbClr val="FFFFFF"/>
                </a:solidFill>
              </a:rPr>
              <a:t>Demo</a:t>
            </a:r>
          </a:p>
        </p:txBody>
      </p:sp>
      <p:grpSp>
        <p:nvGrpSpPr>
          <p:cNvPr id="14" name="Gruppe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</p:grpSp>
      <p:sp>
        <p:nvSpPr>
          <p:cNvPr id="6" name="Untertitel 5">
            <a:extLst>
              <a:ext uri="{FF2B5EF4-FFF2-40B4-BE49-F238E27FC236}">
                <a16:creationId xmlns:a16="http://schemas.microsoft.com/office/drawing/2014/main" id="{08B07814-13F0-3D3F-89D0-F9323001432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D61C0A-EA71-2EE4-9B19-22FD61B6D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35C1F-972A-C941-35DE-AF6247589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e-DE" dirty="0"/>
              <a:t>Interpretation der Ergebnisse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EBB9406-CC1C-8F1C-DA12-7C6E38358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3" y="2228003"/>
            <a:ext cx="11029616" cy="3633047"/>
          </a:xfrm>
        </p:spPr>
        <p:txBody>
          <a:bodyPr/>
          <a:lstStyle/>
          <a:p>
            <a:r>
              <a:rPr lang="de-AT" dirty="0" err="1"/>
              <a:t>test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7471026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0CF3B2-1F0F-4FC5-8002-3E4869ABAD5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EBC12AA-1C15-4500-BC9C-8EE83A441DE9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1F69AFF4-BB30-4BA0-AD22-82CC3C4327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Technologie, Design Dividende</Template>
  <TotalTime>0</TotalTime>
  <Words>102</Words>
  <Application>Microsoft Office PowerPoint</Application>
  <PresentationFormat>Breitbild</PresentationFormat>
  <Paragraphs>28</Paragraphs>
  <Slides>6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Calibri</vt:lpstr>
      <vt:lpstr>Gill Sans MT</vt:lpstr>
      <vt:lpstr>Wingdings 2</vt:lpstr>
      <vt:lpstr>Dividende</vt:lpstr>
      <vt:lpstr>Sparsity von E-Commerce Daten</vt:lpstr>
      <vt:lpstr>Generelles Vorgehen</vt:lpstr>
      <vt:lpstr>Zeitplanung</vt:lpstr>
      <vt:lpstr>API</vt:lpstr>
      <vt:lpstr>Demo</vt:lpstr>
      <vt:lpstr>Interpretation der Ergebnisse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Ottino</dc:creator>
  <cp:lastModifiedBy>David Ottino</cp:lastModifiedBy>
  <cp:revision>1</cp:revision>
  <dcterms:created xsi:type="dcterms:W3CDTF">2026-04-26T20:19:10Z</dcterms:created>
  <dcterms:modified xsi:type="dcterms:W3CDTF">2026-04-27T11:55:13Z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