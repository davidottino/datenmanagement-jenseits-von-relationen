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4"/>
  </p:sldMasterIdLst>
  <p:notesMasterIdLst>
    <p:notesMasterId r:id="rId10"/>
  </p:notesMasterIdLst>
  <p:handoutMasterIdLst>
    <p:handoutMasterId r:id="rId11"/>
  </p:handoutMasterIdLst>
  <p:sldIdLst>
    <p:sldId id="256" r:id="rId5"/>
    <p:sldId id="258" r:id="rId6"/>
    <p:sldId id="259" r:id="rId7"/>
    <p:sldId id="260" r:id="rId8"/>
    <p:sldId id="262" r:id="rId9"/>
  </p:sldIdLst>
  <p:sldSz cx="12192000" cy="6858000"/>
  <p:notesSz cx="6858000" cy="9144000"/>
  <p:defaultTextStyle>
    <a:defPPr rtl="0"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8" autoAdjust="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299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Aufsetzen Basis	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Implementierung Framework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Benchmarks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58319267-C71E-43C9-94E1-827D0616C7A7}" type="pres">
      <dgm:prSet presAssocID="{6750AC01-D39D-4F3A-9DC8-2A211EE986A2}" presName="text_1" presStyleLbl="node1" presStyleIdx="0" presStyleCnt="3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3"/>
      <dgm:spPr/>
    </dgm:pt>
    <dgm:pt modelId="{95DE6538-27BD-44AF-A1A8-CA8F6B10FDD2}" type="pres">
      <dgm:prSet presAssocID="{0BEF68B8-1228-47BB-83B5-7B9CD1E3F84E}" presName="text_2" presStyleLbl="node1" presStyleIdx="1" presStyleCnt="3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3"/>
      <dgm:spPr/>
    </dgm:pt>
    <dgm:pt modelId="{E131CE4A-9776-44F4-BC03-867682E21374}" type="pres">
      <dgm:prSet presAssocID="{5605D28D-2CE6-4513-8566-952984E21E14}" presName="text_3" presStyleLbl="node1" presStyleIdx="2" presStyleCnt="3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3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96568" y="356393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Aufsetzen Basis	</a:t>
          </a:r>
        </a:p>
      </dsp:txBody>
      <dsp:txXfrm>
        <a:off x="496568" y="356393"/>
        <a:ext cx="6310391" cy="712787"/>
      </dsp:txXfrm>
    </dsp:sp>
    <dsp:sp modelId="{07CB3071-D555-47DA-A36A-69EB91531FD8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55666" y="1425575"/>
          <a:ext cx="6051292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Implementierung Framework</a:t>
          </a:r>
        </a:p>
      </dsp:txBody>
      <dsp:txXfrm>
        <a:off x="755666" y="1425575"/>
        <a:ext cx="6051292" cy="712787"/>
      </dsp:txXfrm>
    </dsp:sp>
    <dsp:sp modelId="{3F8116AC-FAC3-4E95-9865-93CCFEB191B9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496568" y="2494756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Benchmarks</a:t>
          </a:r>
        </a:p>
      </dsp:txBody>
      <dsp:txXfrm>
        <a:off x="496568" y="2494756"/>
        <a:ext cx="6310391" cy="712787"/>
      </dsp:txXfrm>
    </dsp:sp>
    <dsp:sp modelId="{A965097E-32F1-4AB8-8C4E-2814A7596B2F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1A9778A4-5989-4B73-B806-3D313DF86FB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7EA4154-7C38-4947-B5AD-02E491995E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CF449-96F2-4140-9ACD-00D2DB603D3A}" type="datetimeFigureOut">
              <a:rPr lang="de-DE" smtClean="0"/>
              <a:t>26.04.2026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CE34BB0-A96D-4A76-9F13-8E5E0F1767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CE0EC8-3BAE-4AE4-AB08-BAFB99590B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9A195-F19A-4BDD-A61C-6C0960F12D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37682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A953E0-B6BA-4FDC-A9D7-5E3E2548A0EF}" type="datetimeFigureOut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Textmasterformate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059D1-1E64-4095-816B-E25F58AA5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705642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9060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535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8623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21638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02912-FD73-6D93-1036-687993C00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3EF5B76-200E-49A5-8BC8-59A4AE94B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ABCAC8-6B02-A470-8D14-A9D675E1D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E433D6-FEF0-EA7F-1D4F-F4FBE685F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977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F017FFA-7AEE-4C00-88EF-1712D868907B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500A958-47F8-4A25-9D65-93789F465065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52FD7EF8-B80C-4EAF-BDE9-3F6BA4E2A20F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CF5CBA0-3018-4AED-9709-ED5ED6DE6464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C9E23F0-8CA4-4891-BD20-E4745AC04CDA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049BD8-EDBB-43F8-A43A-C3DFCBD8BA18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  <p:sp>
        <p:nvSpPr>
          <p:cNvPr id="7" name="Rechteck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1C89A48-29B7-4D5A-8AB0-E4BA246CFAD2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AFD730BD-5937-405C-BD95-FF3ACE1D618D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7AB63DA-8489-4CDE-978B-BB7BCFF91C84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40C8376-9E33-4792-89DD-E496184A2796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B2E4CCC-08DB-477E-9152-1DAD05168712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de-DE" noProof="0" dirty="0"/>
              <a:t>Textmasterformate bearbeiten</a:t>
            </a:r>
          </a:p>
          <a:p>
            <a:pPr lvl="1" rtl="0"/>
            <a:r>
              <a:rPr lang="de-DE" noProof="0" dirty="0"/>
              <a:t>Zweite Ebene</a:t>
            </a:r>
          </a:p>
          <a:p>
            <a:pPr lvl="2" rtl="0"/>
            <a:r>
              <a:rPr lang="de-DE" noProof="0" dirty="0"/>
              <a:t>Dritte Ebene</a:t>
            </a:r>
          </a:p>
          <a:p>
            <a:pPr lvl="3" rtl="0"/>
            <a:r>
              <a:rPr lang="de-DE" noProof="0" dirty="0"/>
              <a:t>Vierte Ebene</a:t>
            </a:r>
          </a:p>
          <a:p>
            <a:pPr lvl="4" rtl="0"/>
            <a:r>
              <a:rPr lang="de-DE" noProof="0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16D808DD-B590-408B-8826-B4C3892F22C7}" type="datetime1">
              <a:rPr lang="de-DE" noProof="0" smtClean="0"/>
              <a:t>26.04.2026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  <p:sp>
        <p:nvSpPr>
          <p:cNvPr id="9" name="Rechteck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0" name="Rechteck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1" name="Rechteck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hteck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/>
          </a:p>
        </p:txBody>
      </p:sp>
      <p:pic>
        <p:nvPicPr>
          <p:cNvPr id="7" name="Bild 6" descr="Digitale Verbindungen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22" name="Rechteck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de-DE" sz="5000" dirty="0" err="1">
                <a:solidFill>
                  <a:schemeClr val="bg1"/>
                </a:solidFill>
              </a:rPr>
              <a:t>Sparsity</a:t>
            </a:r>
            <a:r>
              <a:rPr lang="de-DE" sz="5000" dirty="0">
                <a:solidFill>
                  <a:schemeClr val="bg1"/>
                </a:solidFill>
              </a:rPr>
              <a:t> von E-Commerce Daten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r>
              <a:rPr lang="de-DE" dirty="0">
                <a:solidFill>
                  <a:srgbClr val="7CEBFF"/>
                </a:solidFill>
              </a:rPr>
              <a:t>Martin Wiesinger, Christian </a:t>
            </a:r>
            <a:r>
              <a:rPr lang="de-DE" dirty="0" err="1">
                <a:solidFill>
                  <a:srgbClr val="7CEBFF"/>
                </a:solidFill>
              </a:rPr>
              <a:t>Zanotti</a:t>
            </a:r>
            <a:r>
              <a:rPr lang="de-DE" dirty="0">
                <a:solidFill>
                  <a:srgbClr val="7CEBFF"/>
                </a:solidFill>
              </a:rPr>
              <a:t>, David Ottino</a:t>
            </a: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dirty="0"/>
              <a:t>Generelles Vorgehen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86AB018-5B0D-2885-80A2-4F3411D554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228003"/>
            <a:ext cx="11029616" cy="3633047"/>
          </a:xfrm>
        </p:spPr>
        <p:txBody>
          <a:bodyPr/>
          <a:lstStyle/>
          <a:p>
            <a:r>
              <a:rPr lang="de-AT" dirty="0" err="1"/>
              <a:t>test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hteck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 dirty="0"/>
          </a:p>
        </p:txBody>
      </p:sp>
      <p:pic>
        <p:nvPicPr>
          <p:cNvPr id="8" name="Inhaltsplatzhalter 4" descr="Digitale Zahlen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uppe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de-DE" dirty="0"/>
              <a:t>Zeitplanung</a:t>
            </a:r>
          </a:p>
        </p:txBody>
      </p:sp>
      <p:graphicFrame>
        <p:nvGraphicFramePr>
          <p:cNvPr id="6" name="Inhaltsplatzhalter 5" descr="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4109150"/>
              </p:ext>
            </p:extLst>
          </p:nvPr>
        </p:nvGraphicFramePr>
        <p:xfrm>
          <a:off x="719571" y="2198254"/>
          <a:ext cx="6854248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hteck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/>
          </a:p>
        </p:txBody>
      </p:sp>
      <p:pic>
        <p:nvPicPr>
          <p:cNvPr id="5" name="Bild 4" descr="Digitale Zahlen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de-DE" dirty="0">
                <a:solidFill>
                  <a:srgbClr val="FFFFFF"/>
                </a:solidFill>
              </a:rPr>
              <a:t>Demo</a:t>
            </a:r>
          </a:p>
        </p:txBody>
      </p:sp>
      <p:grpSp>
        <p:nvGrpSpPr>
          <p:cNvPr id="14" name="Grup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6" name="Untertitel 5">
            <a:extLst>
              <a:ext uri="{FF2B5EF4-FFF2-40B4-BE49-F238E27FC236}">
                <a16:creationId xmlns:a16="http://schemas.microsoft.com/office/drawing/2014/main" id="{08B07814-13F0-3D3F-89D0-F932300143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D61C0A-EA71-2EE4-9B19-22FD61B6D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35C1F-972A-C941-35DE-AF6247589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dirty="0"/>
              <a:t>Interpretation der Ergebnisse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EBB9406-CC1C-8F1C-DA12-7C6E38358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228003"/>
            <a:ext cx="11029616" cy="3633047"/>
          </a:xfrm>
        </p:spPr>
        <p:txBody>
          <a:bodyPr/>
          <a:lstStyle/>
          <a:p>
            <a:r>
              <a:rPr lang="de-AT" dirty="0" err="1"/>
              <a:t>test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7471026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EBC12AA-1C15-4500-BC9C-8EE83A441DE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BA0CF3B2-1F0F-4FC5-8002-3E4869AB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69AFF4-BB30-4BA0-AD22-82CC3C4327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Technologie, Design Dividende</Template>
  <TotalTime>0</TotalTime>
  <Words>32</Words>
  <Application>Microsoft Office PowerPoint</Application>
  <PresentationFormat>Breitbild</PresentationFormat>
  <Paragraphs>16</Paragraphs>
  <Slides>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Calibri</vt:lpstr>
      <vt:lpstr>Gill Sans MT</vt:lpstr>
      <vt:lpstr>Wingdings 2</vt:lpstr>
      <vt:lpstr>Dividende</vt:lpstr>
      <vt:lpstr>Sparsity von E-Commerce Daten</vt:lpstr>
      <vt:lpstr>Generelles Vorgehen</vt:lpstr>
      <vt:lpstr>Zeitplanung</vt:lpstr>
      <vt:lpstr>Demo</vt:lpstr>
      <vt:lpstr>Interpretation der Ergebnisse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Ottino</dc:creator>
  <cp:lastModifiedBy>David Ottino</cp:lastModifiedBy>
  <cp:revision>1</cp:revision>
  <dcterms:created xsi:type="dcterms:W3CDTF">2026-04-26T20:19:10Z</dcterms:created>
  <dcterms:modified xsi:type="dcterms:W3CDTF">2026-04-26T20:27:03Z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