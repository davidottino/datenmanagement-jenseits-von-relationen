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customXml/item1.xml" ContentType="application/xml"/>
  <Override PartName="/customXml/itemProps1.xml" ContentType="application/vnd.openxmlformats-officedocument.customXmlProperties+xml"/>
  <Override PartName="/customXml/item2.xml" ContentType="application/xml"/>
  <Override PartName="/customXml/_rels/item3.xml.rels" ContentType="application/vnd.openxmlformats-package.relationships+xml"/>
  <Override PartName="/customXml/_rels/item2.xml.rels" ContentType="application/vnd.openxmlformats-package.relationships+xml"/>
  <Override PartName="/customXml/_rels/item1.xml.rels" ContentType="application/vnd.openxmlformats-package.relationships+xml"/>
  <Override PartName="/customXml/itemProps2.xml" ContentType="application/vnd.openxmlformats-officedocument.customXmlProperties+xml"/>
  <Override PartName="/customXml/item3.xml" ContentType="application/xml"/>
  <Override PartName="/customXml/itemProps3.xml" ContentType="application/vnd.openxmlformats-officedocument.customXmlProperties+xml"/>
  <Override PartName="/ppt/presentation.xml" ContentType="application/vnd.openxmlformats-officedocument.presentationml.presentation.main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slideMasters/_rels/slideMaster12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1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1.svg" ContentType="image/svg"/>
  <Override PartName="/ppt/media/image13.svg" ContentType="image/svg"/>
  <Override PartName="/ppt/media/image15.svg" ContentType="image/svg"/>
  <Override PartName="/ppt/media/image1.jpeg" ContentType="image/jpeg"/>
  <Override PartName="/ppt/media/image6.png" ContentType="image/png"/>
  <Override PartName="/ppt/media/image10.png" ContentType="image/png"/>
  <Override PartName="/ppt/media/image2.jpeg" ContentType="image/jpeg"/>
  <Override PartName="/ppt/media/image4.png" ContentType="image/png"/>
  <Override PartName="/ppt/media/image14.png" ContentType="image/png"/>
  <Override PartName="/ppt/media/image5.png" ContentType="image/png"/>
  <Override PartName="/ppt/media/image7.jpeg" ContentType="image/jpeg"/>
  <Override PartName="/ppt/media/image8.png" ContentType="image/png"/>
  <Override PartName="/ppt/media/image12.png" ContentType="image/png"/>
  <Override PartName="/ppt/media/image3.png" ContentType="image/png"/>
  <Override PartName="/ppt/media/image9.svg" ContentType="image/svg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notesSlides/_rels/notesSlide13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../customXml/item1.xml"/><Relationship Id="rId5" Type="http://schemas.openxmlformats.org/officeDocument/2006/relationships/customXml" Target="../customXml/item2.xml"/><Relationship Id="rId6" Type="http://schemas.openxmlformats.org/officeDocument/2006/relationships/customXml" Target="../customXml/item3.xml"/><Relationship Id="rId7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</p:sldMasterIdLst>
  <p:notesMasterIdLst>
    <p:notesMasterId r:id="rId14"/>
  </p:notesMasterIdLst>
  <p:sldIdLst>
    <p:sldId id="256" r:id="rId15"/>
    <p:sldId id="257" r:id="rId16"/>
    <p:sldId id="258" r:id="rId17"/>
    <p:sldId id="259" r:id="rId18"/>
    <p:sldId id="260" r:id="rId19"/>
    <p:sldId id="261" r:id="rId20"/>
    <p:sldId id="262" r:id="rId21"/>
    <p:sldId id="263" r:id="rId22"/>
    <p:sldId id="264" r:id="rId23"/>
    <p:sldId id="265" r:id="rId24"/>
    <p:sldId id="266" r:id="rId25"/>
    <p:sldId id="267" r:id="rId26"/>
    <p:sldId id="268" r:id="rId2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presProps" Target="presProps.xml"/>
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E5AA53B-3EEE-4DE4-BB81-9044890C2946}" type="doc">
      <dgm:prSet loTypeId="urn:microsoft.com/office/officeart/2008/layout/VerticalCurvedList" loCatId="list" qsTypeId="urn:microsoft.com/office/officeart/2005/8/quickstyle/simple4" qsCatId="simple" csTypeId="urn:microsoft.com/office/officeart/2005/8/colors/accent2_2" csCatId="accent2" phldr="1"/>
      <dgm:spPr/>
      <dgm:t>
        <a:bodyPr rtlCol="0"/>
        <a:lstStyle/>
        <a:p>
          <a:pPr rtl="0"/>
          <a:endParaRPr lang="en-US"/>
        </a:p>
      </dgm:t>
    </dgm:pt>
    <dgm:pt modelId="{6750AC01-D39D-4F3A-9DC8-2A211EE986A2}">
      <dgm:prSet phldrT="[Text]"/>
      <dgm:spPr/>
      <dgm:t>
        <a:bodyPr rtlCol="0"/>
        <a:lstStyle/>
        <a:p>
          <a:pPr rtl="0">
            <a:lnSpc>
              <a:spcPct val="100000"/>
            </a:lnSpc>
          </a:pPr>
          <a:r>
            <a:rPr lang="de-DE" noProof="0" dirty="0"/>
            <a:t>Aufsetzen Basis	</a:t>
          </a:r>
        </a:p>
      </dgm:t>
    </dgm:pt>
    <dgm:pt modelId="{720680DC-AAA4-4434-A582-60EBCC5BA355}" type="parTrans" cxnId="{0B5DAE5F-BCDC-4BF7-A6E7-CF856886A64D}">
      <dgm:prSet/>
      <dgm:spPr/>
      <dgm:t>
        <a:bodyPr rtlCol="0"/>
        <a:lstStyle/>
        <a:p>
          <a:pPr rtl="0"/>
          <a:endParaRPr lang="de-DE" noProof="0" dirty="0"/>
        </a:p>
      </dgm:t>
    </dgm:pt>
    <dgm:pt modelId="{CA077D98-8478-47EA-B6A9-99ACE60C64D4}" type="sibTrans" cxnId="{0B5DAE5F-BCDC-4BF7-A6E7-CF856886A64D}">
      <dgm:prSet/>
      <dgm:spPr/>
      <dgm:t>
        <a:bodyPr rtlCol="0"/>
        <a:lstStyle/>
        <a:p>
          <a:pPr rtl="0"/>
          <a:endParaRPr lang="de-DE" noProof="0" dirty="0"/>
        </a:p>
      </dgm:t>
    </dgm:pt>
    <dgm:pt modelId="{0BEF68B8-1228-47BB-83B5-7B9CD1E3F84E}">
      <dgm:prSet phldrT="[Text]"/>
      <dgm:spPr/>
      <dgm:t>
        <a:bodyPr rtlCol="0"/>
        <a:lstStyle/>
        <a:p>
          <a:pPr rtl="0">
            <a:lnSpc>
              <a:spcPct val="100000"/>
            </a:lnSpc>
          </a:pPr>
          <a:r>
            <a:rPr lang="de-DE" noProof="0" dirty="0"/>
            <a:t>Implementierung Framework</a:t>
          </a:r>
        </a:p>
      </dgm:t>
    </dgm:pt>
    <dgm:pt modelId="{ED3A4BC2-B75A-4952-A38B-A42B5995DF05}" type="parTrans" cxnId="{EDEF4F82-1237-4639-A0F7-385C1897CE66}">
      <dgm:prSet/>
      <dgm:spPr/>
      <dgm:t>
        <a:bodyPr rtlCol="0"/>
        <a:lstStyle/>
        <a:p>
          <a:pPr rtl="0"/>
          <a:endParaRPr lang="de-DE" noProof="0" dirty="0"/>
        </a:p>
      </dgm:t>
    </dgm:pt>
    <dgm:pt modelId="{FD949706-EDCC-4ADC-8EDF-8EDA49C92325}" type="sibTrans" cxnId="{EDEF4F82-1237-4639-A0F7-385C1897CE66}">
      <dgm:prSet/>
      <dgm:spPr/>
      <dgm:t>
        <a:bodyPr rtlCol="0"/>
        <a:lstStyle/>
        <a:p>
          <a:pPr rtl="0"/>
          <a:endParaRPr lang="de-DE" noProof="0" dirty="0"/>
        </a:p>
      </dgm:t>
    </dgm:pt>
    <dgm:pt modelId="{5605D28D-2CE6-4513-8566-952984E21E14}">
      <dgm:prSet phldrT="[Text]"/>
      <dgm:spPr/>
      <dgm:t>
        <a:bodyPr rtlCol="0"/>
        <a:lstStyle/>
        <a:p>
          <a:pPr rtl="0">
            <a:lnSpc>
              <a:spcPct val="100000"/>
            </a:lnSpc>
          </a:pPr>
          <a:r>
            <a:rPr lang="de-DE" noProof="0" dirty="0"/>
            <a:t>Benchmarks</a:t>
          </a:r>
        </a:p>
      </dgm:t>
    </dgm:pt>
    <dgm:pt modelId="{EB15AB98-362B-4E70-A3DA-995FC3E8BA79}" type="parTrans" cxnId="{FAF3F884-F0CF-440F-8CB1-B7648AB1B138}">
      <dgm:prSet/>
      <dgm:spPr/>
      <dgm:t>
        <a:bodyPr rtlCol="0"/>
        <a:lstStyle/>
        <a:p>
          <a:pPr rtl="0"/>
          <a:endParaRPr lang="de-DE" noProof="0" dirty="0"/>
        </a:p>
      </dgm:t>
    </dgm:pt>
    <dgm:pt modelId="{823D1971-2C4D-4EC5-A874-2F463DE37109}" type="sibTrans" cxnId="{FAF3F884-F0CF-440F-8CB1-B7648AB1B138}">
      <dgm:prSet/>
      <dgm:spPr/>
      <dgm:t>
        <a:bodyPr rtlCol="0"/>
        <a:lstStyle/>
        <a:p>
          <a:pPr rtl="0"/>
          <a:endParaRPr lang="de-DE" noProof="0" dirty="0"/>
        </a:p>
      </dgm:t>
    </dgm:pt>
    <dgm:pt modelId="{57806726-6E60-4ACC-9C1C-7DF9CC365A10}" type="pres">
      <dgm:prSet presAssocID="{7E5AA53B-3EEE-4DE4-BB81-9044890C2946}" presName="Name0" presStyleCnt="0">
        <dgm:presLayoutVars>
          <dgm:chMax val="7"/>
          <dgm:chPref val="7"/>
          <dgm:dir/>
        </dgm:presLayoutVars>
      </dgm:prSet>
      <dgm:spPr/>
    </dgm:pt>
    <dgm:pt modelId="{90561C55-3C6E-4D53-85E1-2C50BCDDA392}" type="pres">
      <dgm:prSet presAssocID="{7E5AA53B-3EEE-4DE4-BB81-9044890C2946}" presName="Name1" presStyleCnt="0"/>
      <dgm:spPr/>
    </dgm:pt>
    <dgm:pt modelId="{B6CD42EC-5AD4-4004-AE5B-47EDA668DAA8}" type="pres">
      <dgm:prSet presAssocID="{7E5AA53B-3EEE-4DE4-BB81-9044890C2946}" presName="cycle" presStyleCnt="0"/>
      <dgm:spPr/>
    </dgm:pt>
    <dgm:pt modelId="{963B8EE3-40CC-4A0A-B420-D0BF920973CE}" type="pres">
      <dgm:prSet presAssocID="{7E5AA53B-3EEE-4DE4-BB81-9044890C2946}" presName="srcNode" presStyleLbl="node1" presStyleIdx="0" presStyleCnt="3"/>
      <dgm:spPr/>
    </dgm:pt>
    <dgm:pt modelId="{D79B43FC-100B-4A0D-A4D5-0D2D04B99064}" type="pres">
      <dgm:prSet presAssocID="{7E5AA53B-3EEE-4DE4-BB81-9044890C2946}" presName="conn" presStyleLbl="parChTrans1D2" presStyleIdx="0" presStyleCnt="1"/>
      <dgm:spPr/>
    </dgm:pt>
    <dgm:pt modelId="{3CAD8DA1-8D53-445C-ACE8-D8449E4F0F55}" type="pres">
      <dgm:prSet presAssocID="{7E5AA53B-3EEE-4DE4-BB81-9044890C2946}" presName="extraNode" presStyleLbl="node1" presStyleIdx="0" presStyleCnt="3"/>
      <dgm:spPr/>
    </dgm:pt>
    <dgm:pt modelId="{429CABD1-4116-474B-81BF-735E2CA9DD00}" type="pres">
      <dgm:prSet presAssocID="{7E5AA53B-3EEE-4DE4-BB81-9044890C2946}" presName="dstNode" presStyleLbl="node1" presStyleIdx="0" presStyleCnt="3"/>
      <dgm:spPr/>
    </dgm:pt>
    <dgm:pt modelId="{58319267-C71E-43C9-94E1-827D0616C7A7}" type="pres">
      <dgm:prSet presAssocID="{6750AC01-D39D-4F3A-9DC8-2A211EE986A2}" presName="text_1" presStyleLbl="node1" presStyleIdx="0" presStyleCnt="3">
        <dgm:presLayoutVars>
          <dgm:bulletEnabled val="1"/>
        </dgm:presLayoutVars>
      </dgm:prSet>
      <dgm:spPr/>
    </dgm:pt>
    <dgm:pt modelId="{79F9B8A9-2412-4B74-84A9-69422DB81CDC}" type="pres">
      <dgm:prSet presAssocID="{6750AC01-D39D-4F3A-9DC8-2A211EE986A2}" presName="accent_1" presStyleCnt="0"/>
      <dgm:spPr/>
    </dgm:pt>
    <dgm:pt modelId="{07CB3071-D555-47DA-A36A-69EB91531FD8}" type="pres">
      <dgm:prSet presAssocID="{6750AC01-D39D-4F3A-9DC8-2A211EE986A2}" presName="accentRepeatNode" presStyleLbl="solidFgAcc1" presStyleIdx="0" presStyleCnt="3"/>
      <dgm:spPr/>
    </dgm:pt>
    <dgm:pt modelId="{95DE6538-27BD-44AF-A1A8-CA8F6B10FDD2}" type="pres">
      <dgm:prSet presAssocID="{0BEF68B8-1228-47BB-83B5-7B9CD1E3F84E}" presName="text_2" presStyleLbl="node1" presStyleIdx="1" presStyleCnt="3">
        <dgm:presLayoutVars>
          <dgm:bulletEnabled val="1"/>
        </dgm:presLayoutVars>
      </dgm:prSet>
      <dgm:spPr/>
    </dgm:pt>
    <dgm:pt modelId="{312BDEE8-85BD-4F02-B35B-2CC8E701C98B}" type="pres">
      <dgm:prSet presAssocID="{0BEF68B8-1228-47BB-83B5-7B9CD1E3F84E}" presName="accent_2" presStyleCnt="0"/>
      <dgm:spPr/>
    </dgm:pt>
    <dgm:pt modelId="{3F8116AC-FAC3-4E95-9865-93CCFEB191B9}" type="pres">
      <dgm:prSet presAssocID="{0BEF68B8-1228-47BB-83B5-7B9CD1E3F84E}" presName="accentRepeatNode" presStyleLbl="solidFgAcc1" presStyleIdx="1" presStyleCnt="3"/>
      <dgm:spPr/>
    </dgm:pt>
    <dgm:pt modelId="{E131CE4A-9776-44F4-BC03-867682E21374}" type="pres">
      <dgm:prSet presAssocID="{5605D28D-2CE6-4513-8566-952984E21E14}" presName="text_3" presStyleLbl="node1" presStyleIdx="2" presStyleCnt="3">
        <dgm:presLayoutVars>
          <dgm:bulletEnabled val="1"/>
        </dgm:presLayoutVars>
      </dgm:prSet>
      <dgm:spPr/>
    </dgm:pt>
    <dgm:pt modelId="{AC9A216A-8375-48F9-A4E6-8E0B64C0209B}" type="pres">
      <dgm:prSet presAssocID="{5605D28D-2CE6-4513-8566-952984E21E14}" presName="accent_3" presStyleCnt="0"/>
      <dgm:spPr/>
    </dgm:pt>
    <dgm:pt modelId="{A965097E-32F1-4AB8-8C4E-2814A7596B2F}" type="pres">
      <dgm:prSet presAssocID="{5605D28D-2CE6-4513-8566-952984E21E14}" presName="accentRepeatNode" presStyleLbl="solidFgAcc1" presStyleIdx="2" presStyleCnt="3"/>
      <dgm:spPr/>
    </dgm:pt>
  </dgm:ptLst>
  <dgm:cxnLst>
    <dgm:cxn modelId="{A11E3B12-1828-45A7-86C3-BB85832DF84D}" type="presOf" srcId="{CA077D98-8478-47EA-B6A9-99ACE60C64D4}" destId="{D79B43FC-100B-4A0D-A4D5-0D2D04B99064}" srcOrd="0" destOrd="0" presId="urn:microsoft.com/office/officeart/2008/layout/VerticalCurvedList"/>
    <dgm:cxn modelId="{0B5DAE5F-BCDC-4BF7-A6E7-CF856886A64D}" srcId="{7E5AA53B-3EEE-4DE4-BB81-9044890C2946}" destId="{6750AC01-D39D-4F3A-9DC8-2A211EE986A2}" srcOrd="0" destOrd="0" parTransId="{720680DC-AAA4-4434-A582-60EBCC5BA355}" sibTransId="{CA077D98-8478-47EA-B6A9-99ACE60C64D4}"/>
    <dgm:cxn modelId="{29DA474E-5DFA-4C66-882F-319C49ABBB19}" type="presOf" srcId="{6750AC01-D39D-4F3A-9DC8-2A211EE986A2}" destId="{58319267-C71E-43C9-94E1-827D0616C7A7}" srcOrd="0" destOrd="0" presId="urn:microsoft.com/office/officeart/2008/layout/VerticalCurvedList"/>
    <dgm:cxn modelId="{7084AA77-BACB-46CB-AE4A-77B62D3ED1AF}" type="presOf" srcId="{5605D28D-2CE6-4513-8566-952984E21E14}" destId="{E131CE4A-9776-44F4-BC03-867682E21374}" srcOrd="0" destOrd="0" presId="urn:microsoft.com/office/officeart/2008/layout/VerticalCurvedList"/>
    <dgm:cxn modelId="{EDEF4F82-1237-4639-A0F7-385C1897CE66}" srcId="{7E5AA53B-3EEE-4DE4-BB81-9044890C2946}" destId="{0BEF68B8-1228-47BB-83B5-7B9CD1E3F84E}" srcOrd="1" destOrd="0" parTransId="{ED3A4BC2-B75A-4952-A38B-A42B5995DF05}" sibTransId="{FD949706-EDCC-4ADC-8EDF-8EDA49C92325}"/>
    <dgm:cxn modelId="{FAF3F884-F0CF-440F-8CB1-B7648AB1B138}" srcId="{7E5AA53B-3EEE-4DE4-BB81-9044890C2946}" destId="{5605D28D-2CE6-4513-8566-952984E21E14}" srcOrd="2" destOrd="0" parTransId="{EB15AB98-362B-4E70-A3DA-995FC3E8BA79}" sibTransId="{823D1971-2C4D-4EC5-A874-2F463DE37109}"/>
    <dgm:cxn modelId="{4F65CC8F-B5A8-40BE-A32B-05862B543D6A}" type="presOf" srcId="{7E5AA53B-3EEE-4DE4-BB81-9044890C2946}" destId="{57806726-6E60-4ACC-9C1C-7DF9CC365A10}" srcOrd="0" destOrd="0" presId="urn:microsoft.com/office/officeart/2008/layout/VerticalCurvedList"/>
    <dgm:cxn modelId="{4A378892-5CCC-4F0D-8A38-4BEAECF30F24}" type="presOf" srcId="{0BEF68B8-1228-47BB-83B5-7B9CD1E3F84E}" destId="{95DE6538-27BD-44AF-A1A8-CA8F6B10FDD2}" srcOrd="0" destOrd="0" presId="urn:microsoft.com/office/officeart/2008/layout/VerticalCurvedList"/>
    <dgm:cxn modelId="{4E25B52E-70EF-4A0F-B410-0B49263AF380}" type="presParOf" srcId="{57806726-6E60-4ACC-9C1C-7DF9CC365A10}" destId="{90561C55-3C6E-4D53-85E1-2C50BCDDA392}" srcOrd="0" destOrd="0" presId="urn:microsoft.com/office/officeart/2008/layout/VerticalCurvedList"/>
    <dgm:cxn modelId="{2B3DD9E4-EC9C-4B92-B380-F89BF82E7CF3}" type="presParOf" srcId="{90561C55-3C6E-4D53-85E1-2C50BCDDA392}" destId="{B6CD42EC-5AD4-4004-AE5B-47EDA668DAA8}" srcOrd="0" destOrd="0" presId="urn:microsoft.com/office/officeart/2008/layout/VerticalCurvedList"/>
    <dgm:cxn modelId="{EA357085-80A4-4D1D-9BD2-56B1E9A721FB}" type="presParOf" srcId="{B6CD42EC-5AD4-4004-AE5B-47EDA668DAA8}" destId="{963B8EE3-40CC-4A0A-B420-D0BF920973CE}" srcOrd="0" destOrd="0" presId="urn:microsoft.com/office/officeart/2008/layout/VerticalCurvedList"/>
    <dgm:cxn modelId="{F175C6D0-411C-40FD-A19B-860D49F42061}" type="presParOf" srcId="{B6CD42EC-5AD4-4004-AE5B-47EDA668DAA8}" destId="{D79B43FC-100B-4A0D-A4D5-0D2D04B99064}" srcOrd="1" destOrd="0" presId="urn:microsoft.com/office/officeart/2008/layout/VerticalCurvedList"/>
    <dgm:cxn modelId="{794BB944-68C0-47A5-9792-652802EB36AC}" type="presParOf" srcId="{B6CD42EC-5AD4-4004-AE5B-47EDA668DAA8}" destId="{3CAD8DA1-8D53-445C-ACE8-D8449E4F0F55}" srcOrd="2" destOrd="0" presId="urn:microsoft.com/office/officeart/2008/layout/VerticalCurvedList"/>
    <dgm:cxn modelId="{B8CC75C4-3D1A-49E7-80D2-915668C1368C}" type="presParOf" srcId="{B6CD42EC-5AD4-4004-AE5B-47EDA668DAA8}" destId="{429CABD1-4116-474B-81BF-735E2CA9DD00}" srcOrd="3" destOrd="0" presId="urn:microsoft.com/office/officeart/2008/layout/VerticalCurvedList"/>
    <dgm:cxn modelId="{28110BB8-F33F-498C-9A75-98364B05EFA5}" type="presParOf" srcId="{90561C55-3C6E-4D53-85E1-2C50BCDDA392}" destId="{58319267-C71E-43C9-94E1-827D0616C7A7}" srcOrd="1" destOrd="0" presId="urn:microsoft.com/office/officeart/2008/layout/VerticalCurvedList"/>
    <dgm:cxn modelId="{3866F6C9-5521-48F2-B6C3-40C9896E1605}" type="presParOf" srcId="{90561C55-3C6E-4D53-85E1-2C50BCDDA392}" destId="{79F9B8A9-2412-4B74-84A9-69422DB81CDC}" srcOrd="2" destOrd="0" presId="urn:microsoft.com/office/officeart/2008/layout/VerticalCurvedList"/>
    <dgm:cxn modelId="{D2205A4F-BB7A-4399-BC2F-78E18EC6EAFE}" type="presParOf" srcId="{79F9B8A9-2412-4B74-84A9-69422DB81CDC}" destId="{07CB3071-D555-47DA-A36A-69EB91531FD8}" srcOrd="0" destOrd="0" presId="urn:microsoft.com/office/officeart/2008/layout/VerticalCurvedList"/>
    <dgm:cxn modelId="{602753E6-8A03-492B-861A-6B9532B5AA28}" type="presParOf" srcId="{90561C55-3C6E-4D53-85E1-2C50BCDDA392}" destId="{95DE6538-27BD-44AF-A1A8-CA8F6B10FDD2}" srcOrd="3" destOrd="0" presId="urn:microsoft.com/office/officeart/2008/layout/VerticalCurvedList"/>
    <dgm:cxn modelId="{AEC540A3-E86A-4075-8BE4-263F4AFF4EA1}" type="presParOf" srcId="{90561C55-3C6E-4D53-85E1-2C50BCDDA392}" destId="{312BDEE8-85BD-4F02-B35B-2CC8E701C98B}" srcOrd="4" destOrd="0" presId="urn:microsoft.com/office/officeart/2008/layout/VerticalCurvedList"/>
    <dgm:cxn modelId="{CD5D1014-B7CB-4B47-9A02-5FBF90928A73}" type="presParOf" srcId="{312BDEE8-85BD-4F02-B35B-2CC8E701C98B}" destId="{3F8116AC-FAC3-4E95-9865-93CCFEB191B9}" srcOrd="0" destOrd="0" presId="urn:microsoft.com/office/officeart/2008/layout/VerticalCurvedList"/>
    <dgm:cxn modelId="{987EB7C0-CA3E-4874-85E0-01E9060A2D35}" type="presParOf" srcId="{90561C55-3C6E-4D53-85E1-2C50BCDDA392}" destId="{E131CE4A-9776-44F4-BC03-867682E21374}" srcOrd="5" destOrd="0" presId="urn:microsoft.com/office/officeart/2008/layout/VerticalCurvedList"/>
    <dgm:cxn modelId="{91E55363-8DCA-455E-A203-06A9410994CB}" type="presParOf" srcId="{90561C55-3C6E-4D53-85E1-2C50BCDDA392}" destId="{AC9A216A-8375-48F9-A4E6-8E0B64C0209B}" srcOrd="6" destOrd="0" presId="urn:microsoft.com/office/officeart/2008/layout/VerticalCurvedList"/>
    <dgm:cxn modelId="{D866D586-1293-4049-B6E3-B467C1D5ED64}" type="presParOf" srcId="{AC9A216A-8375-48F9-A4E6-8E0B64C0209B}" destId="{A965097E-32F1-4AB8-8C4E-2814A7596B2F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9B43FC-100B-4A0D-A4D5-0D2D04B99064}">
      <dsp:nvSpPr>
        <dsp:cNvPr id="0" name=""/>
        <dsp:cNvSpPr/>
      </dsp:nvSpPr>
      <dsp:spPr>
        <a:xfrm>
          <a:off x="-4028574" y="-618397"/>
          <a:ext cx="4800732" cy="4800732"/>
        </a:xfrm>
        <a:prstGeom prst="blockArc">
          <a:avLst>
            <a:gd name="adj1" fmla="val 18900000"/>
            <a:gd name="adj2" fmla="val 2700000"/>
            <a:gd name="adj3" fmla="val 450"/>
          </a:avLst>
        </a:prstGeom>
        <a:noFill/>
        <a:ln w="12700" cap="rnd" cmpd="sng" algn="ctr">
          <a:solidFill>
            <a:schemeClr val="accent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8319267-C71E-43C9-94E1-827D0616C7A7}">
      <dsp:nvSpPr>
        <dsp:cNvPr id="0" name=""/>
        <dsp:cNvSpPr/>
      </dsp:nvSpPr>
      <dsp:spPr>
        <a:xfrm>
          <a:off x="496568" y="356393"/>
          <a:ext cx="6310391" cy="71278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5775" tIns="88900" rIns="88900" bIns="88900" numCol="1" spcCol="1270" rtlCol="0" anchor="ctr" anchorCtr="0">
          <a:noAutofit/>
        </a:bodyPr>
        <a:lstStyle/>
        <a:p>
          <a:pPr marL="0" lvl="0" indent="0" algn="l" defTabSz="15557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500" kern="1200" noProof="0" dirty="0"/>
            <a:t>Aufsetzen Basis	</a:t>
          </a:r>
        </a:p>
      </dsp:txBody>
      <dsp:txXfrm>
        <a:off x="496568" y="356393"/>
        <a:ext cx="6310391" cy="712787"/>
      </dsp:txXfrm>
    </dsp:sp>
    <dsp:sp modelId="{07CB3071-D555-47DA-A36A-69EB91531FD8}">
      <dsp:nvSpPr>
        <dsp:cNvPr id="0" name=""/>
        <dsp:cNvSpPr/>
      </dsp:nvSpPr>
      <dsp:spPr>
        <a:xfrm>
          <a:off x="51076" y="267295"/>
          <a:ext cx="890984" cy="89098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5DE6538-27BD-44AF-A1A8-CA8F6B10FDD2}">
      <dsp:nvSpPr>
        <dsp:cNvPr id="0" name=""/>
        <dsp:cNvSpPr/>
      </dsp:nvSpPr>
      <dsp:spPr>
        <a:xfrm>
          <a:off x="755666" y="1425575"/>
          <a:ext cx="6051292" cy="71278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5775" tIns="88900" rIns="88900" bIns="88900" numCol="1" spcCol="1270" rtlCol="0" anchor="ctr" anchorCtr="0">
          <a:noAutofit/>
        </a:bodyPr>
        <a:lstStyle/>
        <a:p>
          <a:pPr marL="0" lvl="0" indent="0" algn="l" defTabSz="15557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500" kern="1200" noProof="0" dirty="0"/>
            <a:t>Implementierung Framework</a:t>
          </a:r>
        </a:p>
      </dsp:txBody>
      <dsp:txXfrm>
        <a:off x="755666" y="1425575"/>
        <a:ext cx="6051292" cy="712787"/>
      </dsp:txXfrm>
    </dsp:sp>
    <dsp:sp modelId="{3F8116AC-FAC3-4E95-9865-93CCFEB191B9}">
      <dsp:nvSpPr>
        <dsp:cNvPr id="0" name=""/>
        <dsp:cNvSpPr/>
      </dsp:nvSpPr>
      <dsp:spPr>
        <a:xfrm>
          <a:off x="310174" y="1336476"/>
          <a:ext cx="890984" cy="89098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131CE4A-9776-44F4-BC03-867682E21374}">
      <dsp:nvSpPr>
        <dsp:cNvPr id="0" name=""/>
        <dsp:cNvSpPr/>
      </dsp:nvSpPr>
      <dsp:spPr>
        <a:xfrm>
          <a:off x="496568" y="2494756"/>
          <a:ext cx="6310391" cy="71278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5775" tIns="88900" rIns="88900" bIns="88900" numCol="1" spcCol="1270" rtlCol="0" anchor="ctr" anchorCtr="0">
          <a:noAutofit/>
        </a:bodyPr>
        <a:lstStyle/>
        <a:p>
          <a:pPr marL="0" lvl="0" indent="0" algn="l" defTabSz="15557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500" kern="1200" noProof="0" dirty="0"/>
            <a:t>Benchmarks</a:t>
          </a:r>
        </a:p>
      </dsp:txBody>
      <dsp:txXfrm>
        <a:off x="496568" y="2494756"/>
        <a:ext cx="6310391" cy="712787"/>
      </dsp:txXfrm>
    </dsp:sp>
    <dsp:sp modelId="{A965097E-32F1-4AB8-8C4E-2814A7596B2F}">
      <dsp:nvSpPr>
        <dsp:cNvPr id="0" name=""/>
        <dsp:cNvSpPr/>
      </dsp:nvSpPr>
      <dsp:spPr>
        <a:xfrm>
          <a:off x="51076" y="2405658"/>
          <a:ext cx="890984" cy="89098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de-DE" sz="1800" spc="-1" strike="noStrike">
                <a:solidFill>
                  <a:schemeClr val="dk1"/>
                </a:solidFill>
                <a:latin typeface="Gill Sans MT"/>
              </a:rPr>
              <a:t>Folie mittels Klicken verschieben</a:t>
            </a:r>
            <a:endParaRPr b="0" lang="de-DE" sz="1800" spc="-1" strike="noStrike">
              <a:solidFill>
                <a:schemeClr val="dk1"/>
              </a:solidFill>
              <a:latin typeface="Gill Sans MT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de-AT" sz="2000" spc="-1" strike="noStrike">
                <a:solidFill>
                  <a:srgbClr val="000000"/>
                </a:solidFill>
                <a:latin typeface="Arial"/>
              </a:rPr>
              <a:t>Format der Notizen mittels Klicken bearbeiten</a:t>
            </a:r>
            <a:endParaRPr b="0" lang="de-AT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de-AT" sz="1400" spc="-1" strike="noStrike">
                <a:solidFill>
                  <a:srgbClr val="000000"/>
                </a:solidFill>
                <a:latin typeface="Times New Roman"/>
              </a:rPr>
              <a:t>&lt;Kopfzeile&gt;</a:t>
            </a:r>
            <a:endParaRPr b="0" lang="de-A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4"/>
          <p:cNvSpPr>
            <a:spLocks noGrp="1"/>
          </p:cNvSpPr>
          <p:nvPr>
            <p:ph type="dt" idx="3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de-A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de-AT" sz="1400" spc="-1" strike="noStrike">
                <a:solidFill>
                  <a:srgbClr val="000000"/>
                </a:solidFill>
                <a:latin typeface="Times New Roman"/>
              </a:rPr>
              <a:t>&lt;Datum/Uhrzeit&gt;</a:t>
            </a:r>
            <a:endParaRPr b="0" lang="de-A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5"/>
          <p:cNvSpPr>
            <a:spLocks noGrp="1"/>
          </p:cNvSpPr>
          <p:nvPr>
            <p:ph type="ftr" idx="3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de-A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de-AT" sz="1400" spc="-1" strike="noStrike">
                <a:solidFill>
                  <a:srgbClr val="000000"/>
                </a:solidFill>
                <a:latin typeface="Times New Roman"/>
              </a:rPr>
              <a:t>&lt;Fußzeile&gt;</a:t>
            </a:r>
            <a:endParaRPr b="0" lang="de-A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6"/>
          <p:cNvSpPr>
            <a:spLocks noGrp="1"/>
          </p:cNvSpPr>
          <p:nvPr>
            <p:ph type="sldNum" idx="3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de-A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76A0D6CF-9678-493B-B212-54883543B927}" type="slidenum">
              <a:rPr b="0" lang="de-AT" sz="1400" spc="-1" strike="noStrike">
                <a:solidFill>
                  <a:srgbClr val="000000"/>
                </a:solidFill>
                <a:latin typeface="Times New Roman"/>
              </a:rPr>
              <a:t>&lt;Foliennummer&gt;</a:t>
            </a:fld>
            <a:endParaRPr b="0" lang="de-AT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B24AF15-2752-4441-8DF6-98347802699A}" type="slidenum">
              <a:rPr b="0" lang="de-DE" sz="1200" spc="-1" strike="noStrike">
                <a:solidFill>
                  <a:srgbClr val="000000"/>
                </a:solidFill>
                <a:latin typeface="Times New Roman"/>
              </a:rPr>
              <a:t>&lt;Foliennummer&gt;</a:t>
            </a:fld>
            <a:endParaRPr b="0" lang="de-A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95D31D2-F1C7-49D5-BA3B-3361AE9D868A}" type="slidenum">
              <a:rPr b="0" lang="de-DE" sz="1200" spc="-1" strike="noStrike">
                <a:solidFill>
                  <a:srgbClr val="000000"/>
                </a:solidFill>
                <a:latin typeface="Times New Roman"/>
              </a:rPr>
              <a:t>&lt;Foliennummer&gt;</a:t>
            </a:fld>
            <a:endParaRPr b="0" lang="de-A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60459CF-6624-4B6F-AA08-6CFE755CC0B3}" type="slidenum">
              <a:rPr b="0" lang="de-DE" sz="1200" spc="-1" strike="noStrike">
                <a:solidFill>
                  <a:srgbClr val="000000"/>
                </a:solidFill>
                <a:latin typeface="Times New Roman"/>
              </a:rPr>
              <a:t>&lt;Foliennummer&gt;</a:t>
            </a:fld>
            <a:endParaRPr b="0" lang="de-A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B9BB214-A650-45A6-BD8A-02E2017E9354}" type="slidenum">
              <a:rPr b="0" lang="de-DE" sz="1200" spc="-1" strike="noStrike">
                <a:solidFill>
                  <a:srgbClr val="000000"/>
                </a:solidFill>
                <a:latin typeface="Times New Roman"/>
              </a:rPr>
              <a:t>&lt;Foliennummer&gt;</a:t>
            </a:fld>
            <a:endParaRPr b="0" lang="de-A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5A29EA8-64AD-46C0-8289-9543E5F288AE}" type="slidenum">
              <a:rPr b="0" lang="de-DE" sz="1200" spc="-1" strike="noStrike">
                <a:solidFill>
                  <a:srgbClr val="000000"/>
                </a:solidFill>
                <a:latin typeface="Times New Roman"/>
              </a:rPr>
              <a:t>&lt;Foliennummer&gt;</a:t>
            </a:fld>
            <a:endParaRPr b="0" lang="de-A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0AEE0E7-7FDC-4CAE-906D-DC8CE8705C6C}" type="slidenum">
              <a:rPr b="0" lang="de-DE" sz="1200" spc="-1" strike="noStrike">
                <a:solidFill>
                  <a:srgbClr val="000000"/>
                </a:solidFill>
                <a:latin typeface="Times New Roman"/>
              </a:rPr>
              <a:t>&lt;Foliennummer&gt;</a:t>
            </a:fld>
            <a:endParaRPr b="0" lang="de-A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249B231-210A-4CF0-997D-CB5444924AB7}" type="slidenum">
              <a:rPr b="0" lang="de-DE" sz="1200" spc="-1" strike="noStrike">
                <a:solidFill>
                  <a:srgbClr val="000000"/>
                </a:solidFill>
                <a:latin typeface="Times New Roman"/>
              </a:rPr>
              <a:t>&lt;Foliennummer&gt;</a:t>
            </a:fld>
            <a:endParaRPr b="0" lang="de-A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C4A6AAF-7C91-4D8C-8612-D38812AF5454}" type="slidenum">
              <a:rPr b="0" lang="de-DE" sz="1200" spc="-1" strike="noStrike">
                <a:solidFill>
                  <a:srgbClr val="000000"/>
                </a:solidFill>
                <a:latin typeface="Times New Roman"/>
              </a:rPr>
              <a:t>&lt;Foliennummer&gt;</a:t>
            </a:fld>
            <a:endParaRPr b="0" lang="de-A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CA631D1-BD37-455B-9037-F9ECD95026E9}" type="slidenum">
              <a:rPr b="0" lang="de-DE" sz="1200" spc="-1" strike="noStrike">
                <a:solidFill>
                  <a:srgbClr val="000000"/>
                </a:solidFill>
                <a:latin typeface="Times New Roman"/>
              </a:rPr>
              <a:t>&lt;Foliennummer&gt;</a:t>
            </a:fld>
            <a:endParaRPr b="0" lang="de-A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D450907-7225-438E-AEAB-A38C0FFD4D34}" type="slidenum">
              <a:rPr b="0" lang="de-DE" sz="1200" spc="-1" strike="noStrike">
                <a:solidFill>
                  <a:srgbClr val="000000"/>
                </a:solidFill>
                <a:latin typeface="Times New Roman"/>
              </a:rPr>
              <a:t>&lt;Foliennummer&gt;</a:t>
            </a:fld>
            <a:endParaRPr b="0" lang="de-A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39882EC-9FBC-48AE-ACAB-6B212BD6AD00}" type="slidenum">
              <a:rPr b="0" lang="de-DE" sz="1200" spc="-1" strike="noStrike">
                <a:solidFill>
                  <a:srgbClr val="000000"/>
                </a:solidFill>
                <a:latin typeface="Times New Roman"/>
              </a:rPr>
              <a:t>&lt;Foliennummer&gt;</a:t>
            </a:fld>
            <a:endParaRPr b="0" lang="de-A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237A560-3754-4B13-A1C5-9184AC2D25E8}" type="slidenum">
              <a:rPr b="0" lang="de-DE" sz="1200" spc="-1" strike="noStrike">
                <a:solidFill>
                  <a:srgbClr val="000000"/>
                </a:solidFill>
                <a:latin typeface="Times New Roman"/>
              </a:rPr>
              <a:t>&lt;Foliennummer&gt;</a:t>
            </a:fld>
            <a:endParaRPr b="0" lang="de-A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F8002C5-6B02-4EC7-ABB6-470159CB116E}" type="slidenum">
              <a:rPr b="0" lang="de-DE" sz="1200" spc="-1" strike="noStrike">
                <a:solidFill>
                  <a:srgbClr val="000000"/>
                </a:solidFill>
                <a:latin typeface="Times New Roman"/>
              </a:rPr>
              <a:t>&lt;Foliennummer&gt;</a:t>
            </a:fld>
            <a:endParaRPr b="0" lang="de-A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81040" y="729720"/>
            <a:ext cx="11029320" cy="98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pc="-1" strike="noStrike">
              <a:solidFill>
                <a:schemeClr val="dk1"/>
              </a:solidFill>
              <a:latin typeface="Gill Sans MT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ubTitle"/>
          </p:nvPr>
        </p:nvSpPr>
        <p:spPr>
          <a:xfrm>
            <a:off x="581040" y="2228040"/>
            <a:ext cx="5421960" cy="3632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AT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C39CD81-52D3-42D2-BC80-7AF3A2A1D95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de-AT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6392E879-9770-4567-A674-F0B8536B24E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de-AT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9B6AEDDF-DA8B-481D-9690-380F50BAA92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de-AT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581040" y="729720"/>
            <a:ext cx="11029320" cy="98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pc="-1" strike="noStrike">
              <a:solidFill>
                <a:schemeClr val="dk1"/>
              </a:solidFill>
              <a:latin typeface="Gill Sans MT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/>
          </p:nvPr>
        </p:nvSpPr>
        <p:spPr>
          <a:xfrm>
            <a:off x="581040" y="2228040"/>
            <a:ext cx="5421960" cy="3632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1800" spc="-1" strike="noStrike">
              <a:solidFill>
                <a:schemeClr val="dk2"/>
              </a:solidFill>
              <a:latin typeface="Gill Sans MT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30F9568B-431F-4B49-880F-FBF69BECCE1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de-AT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9673C635-A03E-4901-A6C4-C68B102B5B4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de-AT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581040" y="729720"/>
            <a:ext cx="11029320" cy="98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pc="-1" strike="noStrike">
              <a:solidFill>
                <a:schemeClr val="dk1"/>
              </a:solidFill>
              <a:latin typeface="Gill Sans MT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581040" y="2228040"/>
            <a:ext cx="2645640" cy="3632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1800" spc="-1" strike="noStrike">
              <a:solidFill>
                <a:schemeClr val="dk2"/>
              </a:solidFill>
              <a:latin typeface="Gill Sans MT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3359520" y="2228040"/>
            <a:ext cx="2645640" cy="3632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1800" spc="-1" strike="noStrike">
              <a:solidFill>
                <a:schemeClr val="dk2"/>
              </a:solidFill>
              <a:latin typeface="Gill Sans MT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9ED35975-A68C-48E5-BC81-EEA738E8F68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de-AT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B404114A-E937-4843-BCEC-D6A797C8402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de-AT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581040" y="729720"/>
            <a:ext cx="11029320" cy="98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pc="-1" strike="noStrike">
              <a:solidFill>
                <a:schemeClr val="dk1"/>
              </a:solidFill>
              <a:latin typeface="Gill Sans MT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F83D9E5C-C27C-4665-9D5C-F753B810BBA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de-AT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7A5E9B4B-5AC9-4725-B999-7C1D35CE74D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de-AT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7CBC9277-A097-4051-926B-F8ED5A2527C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de-AT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C304BF1D-6BCF-41C2-AA67-051DBA02013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de-AT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Zwei Inhalte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581040" y="729720"/>
            <a:ext cx="11029320" cy="98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pc="-1" strike="noStrike">
              <a:solidFill>
                <a:schemeClr val="dk1"/>
              </a:solidFill>
              <a:latin typeface="Gill Sans MT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/>
          </p:nvPr>
        </p:nvSpPr>
        <p:spPr>
          <a:xfrm>
            <a:off x="581040" y="2228040"/>
            <a:ext cx="2645640" cy="3632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1800" spc="-1" strike="noStrike">
              <a:solidFill>
                <a:schemeClr val="dk2"/>
              </a:solidFill>
              <a:latin typeface="Gill Sans MT"/>
            </a:endParaRPr>
          </a:p>
        </p:txBody>
      </p:sp>
      <p:sp>
        <p:nvSpPr>
          <p:cNvPr id="120" name="PlaceHolder 3"/>
          <p:cNvSpPr>
            <a:spLocks noGrp="1"/>
          </p:cNvSpPr>
          <p:nvPr>
            <p:ph/>
          </p:nvPr>
        </p:nvSpPr>
        <p:spPr>
          <a:xfrm>
            <a:off x="3359520" y="2228040"/>
            <a:ext cx="2645640" cy="3632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1800" spc="-1" strike="noStrike">
              <a:solidFill>
                <a:schemeClr val="dk2"/>
              </a:solidFill>
              <a:latin typeface="Gill Sans MT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6"/>
          </p:nvPr>
        </p:nvSpPr>
        <p:spPr/>
        <p:txBody>
          <a:bodyPr/>
          <a:p>
            <a:fld id="{32449D89-3D63-440B-BE02-D47FD2908F9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4"/>
          </p:nvPr>
        </p:nvSpPr>
        <p:spPr/>
        <p:txBody>
          <a:bodyPr/>
          <a:p>
            <a:r>
              <a:rPr lang="de-AT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hteck 8"/>
          <p:cNvSpPr/>
          <p:nvPr/>
        </p:nvSpPr>
        <p:spPr>
          <a:xfrm>
            <a:off x="446400" y="457200"/>
            <a:ext cx="3702960" cy="946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>
        <p:nvSpPr>
          <p:cNvPr id="1" name="Rechteck 9"/>
          <p:cNvSpPr/>
          <p:nvPr/>
        </p:nvSpPr>
        <p:spPr>
          <a:xfrm>
            <a:off x="8042040" y="453600"/>
            <a:ext cx="3702960" cy="98280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>
        <p:nvSpPr>
          <p:cNvPr id="2" name="Rechteck 10"/>
          <p:cNvSpPr/>
          <p:nvPr/>
        </p:nvSpPr>
        <p:spPr>
          <a:xfrm>
            <a:off x="4241880" y="457200"/>
            <a:ext cx="3702960" cy="91080"/>
          </a:xfrm>
          <a:prstGeom prst="rect">
            <a:avLst/>
          </a:prstGeom>
          <a:solidFill>
            <a:schemeClr val="accent2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>
        <p:nvSpPr>
          <p:cNvPr id="3" name="Rechteck 6"/>
          <p:cNvSpPr/>
          <p:nvPr/>
        </p:nvSpPr>
        <p:spPr>
          <a:xfrm>
            <a:off x="446400" y="3085920"/>
            <a:ext cx="11262600" cy="3304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581040" y="1020600"/>
            <a:ext cx="10993320" cy="1474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457200">
              <a:lnSpc>
                <a:spcPct val="100000"/>
              </a:lnSpc>
              <a:buNone/>
            </a:pPr>
            <a:r>
              <a:rPr b="0" lang="de-DE" sz="3600" spc="-1" strike="noStrike" cap="all">
                <a:solidFill>
                  <a:schemeClr val="accent1"/>
                </a:solidFill>
                <a:latin typeface="Gill Sans MT"/>
              </a:rPr>
              <a:t>Titelmasterformat durch Klicken </a:t>
            </a:r>
            <a:r>
              <a:rPr b="0" lang="de-DE" sz="3600" spc="-1" strike="noStrike" cap="all">
                <a:solidFill>
                  <a:schemeClr val="accent1"/>
                </a:solidFill>
                <a:latin typeface="Gill Sans MT"/>
              </a:rPr>
              <a:t>bearbeiten</a:t>
            </a:r>
            <a:endParaRPr b="0" lang="de-DE" sz="3600" spc="-1" strike="noStrike">
              <a:solidFill>
                <a:schemeClr val="dk1"/>
              </a:solidFill>
              <a:latin typeface="Gill Sans MT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dt" idx="1"/>
          </p:nvPr>
        </p:nvSpPr>
        <p:spPr>
          <a:xfrm>
            <a:off x="7606080" y="595620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de-DE" sz="900" spc="-1" strike="noStrike">
                <a:solidFill>
                  <a:schemeClr val="accent1">
                    <a:lumMod val="75000"/>
                    <a:lumOff val="25000"/>
                  </a:schemeClr>
                </a:solidFill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b="0" lang="de-DE" sz="900" spc="-1" strike="noStrike">
                <a:solidFill>
                  <a:schemeClr val="accent1">
                    <a:lumMod val="75000"/>
                    <a:lumOff val="25000"/>
                  </a:schemeClr>
                </a:solidFill>
                <a:latin typeface="Gill Sans MT"/>
              </a:rPr>
              <a:t>&lt;Datum/Uhrzeit&gt;</a:t>
            </a:r>
            <a:endParaRPr b="0" lang="de-AT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ftr" idx="2"/>
          </p:nvPr>
        </p:nvSpPr>
        <p:spPr>
          <a:xfrm>
            <a:off x="581040" y="5951880"/>
            <a:ext cx="69166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de-A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de-AT" sz="1400" spc="-1" strike="noStrike">
                <a:solidFill>
                  <a:srgbClr val="000000"/>
                </a:solidFill>
                <a:latin typeface="Times New Roman"/>
              </a:rPr>
              <a:t>&lt;Fußzeile&gt;</a:t>
            </a:r>
            <a:endParaRPr b="0" lang="de-A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sldNum" idx="3"/>
          </p:nvPr>
        </p:nvSpPr>
        <p:spPr>
          <a:xfrm>
            <a:off x="10558440" y="5956200"/>
            <a:ext cx="10159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de-DE" sz="900" spc="-1" strike="noStrike">
                <a:solidFill>
                  <a:schemeClr val="accent1">
                    <a:lumMod val="75000"/>
                    <a:lumOff val="25000"/>
                  </a:schemeClr>
                </a:solidFill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8CFD06E-7B29-41E5-B0AF-6484C1D57AD2}" type="slidenum">
              <a:rPr b="0" lang="de-DE" sz="900" spc="-1" strike="noStrike">
                <a:solidFill>
                  <a:schemeClr val="accent1">
                    <a:lumMod val="75000"/>
                    <a:lumOff val="25000"/>
                  </a:schemeClr>
                </a:solidFill>
                <a:latin typeface="Gill Sans MT"/>
              </a:rPr>
              <a:t>&lt;Foliennummer&gt;</a:t>
            </a:fld>
            <a:endParaRPr b="0" lang="de-AT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pc="-1" strike="noStrike">
                <a:solidFill>
                  <a:schemeClr val="dk2"/>
                </a:solidFill>
                <a:latin typeface="Gill Sans MT"/>
              </a:rPr>
              <a:t>Format des Gliederungstextes durch Klicken bearbeiten</a:t>
            </a:r>
            <a:endParaRPr b="0" lang="de-DE" sz="1800" spc="-1" strike="noStrike">
              <a:solidFill>
                <a:schemeClr val="dk2"/>
              </a:solidFill>
              <a:latin typeface="Gill Sans MT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400" spc="-1" strike="noStrike">
                <a:solidFill>
                  <a:schemeClr val="dk2"/>
                </a:solidFill>
                <a:latin typeface="Gill Sans MT"/>
              </a:rPr>
              <a:t>Zweite Gliederungsebene</a:t>
            </a:r>
            <a:endParaRPr b="0" lang="de-DE" sz="1400" spc="-1" strike="noStrike">
              <a:solidFill>
                <a:schemeClr val="dk2"/>
              </a:solidFill>
              <a:latin typeface="Gill Sans MT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200" spc="-1" strike="noStrike">
                <a:solidFill>
                  <a:schemeClr val="dk2"/>
                </a:solidFill>
                <a:latin typeface="Gill Sans MT"/>
              </a:rPr>
              <a:t>Dritte Gliederungsebene</a:t>
            </a:r>
            <a:endParaRPr b="0" lang="de-DE" sz="1200" spc="-1" strike="noStrike">
              <a:solidFill>
                <a:schemeClr val="dk2"/>
              </a:solidFill>
              <a:latin typeface="Gill Sans MT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200" spc="-1" strike="noStrike">
                <a:solidFill>
                  <a:schemeClr val="dk2"/>
                </a:solidFill>
                <a:latin typeface="Gill Sans MT"/>
              </a:rPr>
              <a:t>Vierte Gliederungsebene</a:t>
            </a:r>
            <a:endParaRPr b="0" lang="de-DE" sz="1200" spc="-1" strike="noStrike">
              <a:solidFill>
                <a:schemeClr val="dk2"/>
              </a:solidFill>
              <a:latin typeface="Gill Sans MT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pc="-1" strike="noStrike">
                <a:solidFill>
                  <a:schemeClr val="dk2"/>
                </a:solidFill>
                <a:latin typeface="Gill Sans MT"/>
              </a:rPr>
              <a:t>Fünfte Gliederungsebene</a:t>
            </a:r>
            <a:endParaRPr b="0" lang="de-DE" sz="2000" spc="-1" strike="noStrike">
              <a:solidFill>
                <a:schemeClr val="dk2"/>
              </a:solidFill>
              <a:latin typeface="Gill Sans MT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pc="-1" strike="noStrike">
                <a:solidFill>
                  <a:schemeClr val="dk2"/>
                </a:solidFill>
                <a:latin typeface="Gill Sans MT"/>
              </a:rPr>
              <a:t>Sechste Gliederungsebene</a:t>
            </a:r>
            <a:endParaRPr b="0" lang="de-DE" sz="2000" spc="-1" strike="noStrike">
              <a:solidFill>
                <a:schemeClr val="dk2"/>
              </a:solidFill>
              <a:latin typeface="Gill Sans MT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pc="-1" strike="noStrike">
                <a:solidFill>
                  <a:schemeClr val="dk2"/>
                </a:solidFill>
                <a:latin typeface="Gill Sans MT"/>
              </a:rPr>
              <a:t>Siebte Gliederungsebene</a:t>
            </a:r>
            <a:endParaRPr b="0" lang="de-DE" sz="2000" spc="-1" strike="noStrike">
              <a:solidFill>
                <a:schemeClr val="dk2"/>
              </a:solidFill>
              <a:latin typeface="Gill Sans M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8"/>
          <p:cNvSpPr/>
          <p:nvPr/>
        </p:nvSpPr>
        <p:spPr>
          <a:xfrm>
            <a:off x="446400" y="457200"/>
            <a:ext cx="3702960" cy="946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>
        <p:nvSpPr>
          <p:cNvPr id="12" name="Rechteck 9"/>
          <p:cNvSpPr/>
          <p:nvPr/>
        </p:nvSpPr>
        <p:spPr>
          <a:xfrm>
            <a:off x="8042040" y="453600"/>
            <a:ext cx="3702960" cy="98280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>
        <p:nvSpPr>
          <p:cNvPr id="13" name="Rechteck 10"/>
          <p:cNvSpPr/>
          <p:nvPr/>
        </p:nvSpPr>
        <p:spPr>
          <a:xfrm>
            <a:off x="4241880" y="457200"/>
            <a:ext cx="3702960" cy="91080"/>
          </a:xfrm>
          <a:prstGeom prst="rect">
            <a:avLst/>
          </a:prstGeom>
          <a:solidFill>
            <a:schemeClr val="accent2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>
        <p:nvSpPr>
          <p:cNvPr id="14" name="Rechteck 7"/>
          <p:cNvSpPr/>
          <p:nvPr/>
        </p:nvSpPr>
        <p:spPr>
          <a:xfrm>
            <a:off x="440280" y="614520"/>
            <a:ext cx="11309040" cy="11890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de-A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0" lang="de-DE" sz="2800" spc="-1" strike="noStrike" cap="all">
                <a:solidFill>
                  <a:schemeClr val="lt1"/>
                </a:solidFill>
                <a:latin typeface="Gill Sans MT"/>
              </a:rPr>
              <a:t>Titelmasterformat durch Klicken bearbeiten</a:t>
            </a:r>
            <a:endParaRPr b="0" lang="de-DE" sz="2800" spc="-1" strike="noStrike">
              <a:solidFill>
                <a:schemeClr val="dk1"/>
              </a:solidFill>
              <a:latin typeface="Gill Sans MT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581040" y="2336040"/>
            <a:ext cx="11029320" cy="352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06000" indent="-30600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800" spc="-1" strike="noStrike">
                <a:solidFill>
                  <a:schemeClr val="dk2"/>
                </a:solidFill>
                <a:latin typeface="Gill Sans MT"/>
              </a:rPr>
              <a:t>Textmasterformate bearbeiten</a:t>
            </a:r>
            <a:endParaRPr b="0" lang="de-DE" sz="1800" spc="-1" strike="noStrike">
              <a:solidFill>
                <a:schemeClr val="dk2"/>
              </a:solidFill>
              <a:latin typeface="Gill Sans MT"/>
            </a:endParaRPr>
          </a:p>
          <a:p>
            <a:pPr lvl="1" marL="630000" indent="-306000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600" spc="-1" strike="noStrike">
                <a:solidFill>
                  <a:schemeClr val="dk2"/>
                </a:solidFill>
                <a:latin typeface="Gill Sans MT"/>
              </a:rPr>
              <a:t>Zweite Ebene</a:t>
            </a:r>
            <a:endParaRPr b="0" lang="de-DE" sz="1600" spc="-1" strike="noStrike">
              <a:solidFill>
                <a:schemeClr val="dk2"/>
              </a:solidFill>
              <a:latin typeface="Gill Sans MT"/>
            </a:endParaRPr>
          </a:p>
          <a:p>
            <a:pPr lvl="2" marL="900000" indent="-270000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400" spc="-1" strike="noStrike">
                <a:solidFill>
                  <a:schemeClr val="dk2"/>
                </a:solidFill>
                <a:latin typeface="Gill Sans MT"/>
              </a:rPr>
              <a:t>Dritte Ebene</a:t>
            </a:r>
            <a:endParaRPr b="0" lang="de-DE" sz="1400" spc="-1" strike="noStrike">
              <a:solidFill>
                <a:schemeClr val="dk2"/>
              </a:solidFill>
              <a:latin typeface="Gill Sans MT"/>
            </a:endParaRPr>
          </a:p>
          <a:p>
            <a:pPr lvl="3" marL="1242000" indent="-234000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200" spc="-1" strike="noStrike">
                <a:solidFill>
                  <a:schemeClr val="dk2"/>
                </a:solidFill>
                <a:latin typeface="Gill Sans MT"/>
              </a:rPr>
              <a:t>Vierte Ebene</a:t>
            </a:r>
            <a:endParaRPr b="0" lang="de-DE" sz="1200" spc="-1" strike="noStrike">
              <a:solidFill>
                <a:schemeClr val="dk2"/>
              </a:solidFill>
              <a:latin typeface="Gill Sans MT"/>
            </a:endParaRPr>
          </a:p>
          <a:p>
            <a:pPr lvl="4" marL="1602000" indent="-234000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200" spc="-1" strike="noStrike">
                <a:solidFill>
                  <a:schemeClr val="dk2"/>
                </a:solidFill>
                <a:latin typeface="Gill Sans MT"/>
              </a:rPr>
              <a:t>Fünfte Ebene</a:t>
            </a:r>
            <a:endParaRPr b="0" lang="de-DE" sz="1200" spc="-1" strike="noStrike">
              <a:solidFill>
                <a:schemeClr val="dk2"/>
              </a:solidFill>
              <a:latin typeface="Gill Sans MT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dt" idx="4"/>
          </p:nvPr>
        </p:nvSpPr>
        <p:spPr>
          <a:xfrm>
            <a:off x="7606080" y="595620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de-DE" sz="900" spc="-1" strike="noStrike">
                <a:solidFill>
                  <a:schemeClr val="accent2"/>
                </a:solidFill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b="0" lang="de-DE" sz="900" spc="-1" strike="noStrike">
                <a:solidFill>
                  <a:schemeClr val="accent2"/>
                </a:solidFill>
                <a:latin typeface="Gill Sans MT"/>
              </a:rPr>
              <a:t>&lt;Datum/Uhrzeit&gt;</a:t>
            </a:r>
            <a:endParaRPr b="0" lang="de-AT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ftr" idx="5"/>
          </p:nvPr>
        </p:nvSpPr>
        <p:spPr>
          <a:xfrm>
            <a:off x="581040" y="5951880"/>
            <a:ext cx="69166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de-A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de-AT" sz="1400" spc="-1" strike="noStrike">
                <a:solidFill>
                  <a:srgbClr val="000000"/>
                </a:solidFill>
                <a:latin typeface="Times New Roman"/>
              </a:rPr>
              <a:t>&lt;Fußzeile&gt;</a:t>
            </a:r>
            <a:endParaRPr b="0" lang="de-A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6"/>
          </p:nvPr>
        </p:nvSpPr>
        <p:spPr>
          <a:xfrm>
            <a:off x="10558440" y="5956200"/>
            <a:ext cx="10522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de-DE" sz="900" spc="-1" strike="noStrike">
                <a:solidFill>
                  <a:schemeClr val="accent2"/>
                </a:solidFill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9FCB476-6B60-4868-9E63-368DC74929B7}" type="slidenum">
              <a:rPr b="0" lang="de-DE" sz="900" spc="-1" strike="noStrike">
                <a:solidFill>
                  <a:schemeClr val="accent2"/>
                </a:solidFill>
                <a:latin typeface="Gill Sans MT"/>
              </a:rPr>
              <a:t>&lt;Foliennummer&gt;</a:t>
            </a:fld>
            <a:endParaRPr b="0" lang="de-AT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hteck 8"/>
          <p:cNvSpPr/>
          <p:nvPr/>
        </p:nvSpPr>
        <p:spPr>
          <a:xfrm>
            <a:off x="446400" y="457200"/>
            <a:ext cx="3702960" cy="946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>
        <p:nvSpPr>
          <p:cNvPr id="21" name="Rechteck 9"/>
          <p:cNvSpPr/>
          <p:nvPr/>
        </p:nvSpPr>
        <p:spPr>
          <a:xfrm>
            <a:off x="8042040" y="453600"/>
            <a:ext cx="3702960" cy="98280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>
        <p:nvSpPr>
          <p:cNvPr id="22" name="Rechteck 10"/>
          <p:cNvSpPr/>
          <p:nvPr/>
        </p:nvSpPr>
        <p:spPr>
          <a:xfrm>
            <a:off x="4241880" y="457200"/>
            <a:ext cx="3702960" cy="91080"/>
          </a:xfrm>
          <a:prstGeom prst="rect">
            <a:avLst/>
          </a:prstGeom>
          <a:solidFill>
            <a:schemeClr val="accent2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>
        <p:nvSpPr>
          <p:cNvPr id="23" name="Rechteck 6"/>
          <p:cNvSpPr/>
          <p:nvPr/>
        </p:nvSpPr>
        <p:spPr>
          <a:xfrm>
            <a:off x="8839080" y="599760"/>
            <a:ext cx="2906280" cy="581652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de-A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8839080" y="675720"/>
            <a:ext cx="2003760" cy="518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 vert="eaVer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0" lang="de-DE" sz="2800" spc="-1" strike="noStrike" cap="all">
                <a:solidFill>
                  <a:schemeClr val="lt1"/>
                </a:solidFill>
                <a:latin typeface="Gill Sans MT"/>
              </a:rPr>
              <a:t>Titelmasterformat durch Klicken bearbeiten</a:t>
            </a:r>
            <a:endParaRPr b="0" lang="de-DE" sz="2800" spc="-1" strike="noStrike">
              <a:solidFill>
                <a:schemeClr val="dk1"/>
              </a:solidFill>
              <a:latin typeface="Gill Sans MT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775080" y="675720"/>
            <a:ext cx="7895880" cy="518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06000" indent="-30600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800" spc="-1" strike="noStrike">
                <a:solidFill>
                  <a:schemeClr val="dk2"/>
                </a:solidFill>
                <a:latin typeface="Gill Sans MT"/>
              </a:rPr>
              <a:t>Textmasterformate bearbeiten</a:t>
            </a:r>
            <a:endParaRPr b="0" lang="de-DE" sz="1800" spc="-1" strike="noStrike">
              <a:solidFill>
                <a:schemeClr val="dk2"/>
              </a:solidFill>
              <a:latin typeface="Gill Sans MT"/>
            </a:endParaRPr>
          </a:p>
          <a:p>
            <a:pPr lvl="1" marL="630000" indent="-306000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600" spc="-1" strike="noStrike">
                <a:solidFill>
                  <a:schemeClr val="dk2"/>
                </a:solidFill>
                <a:latin typeface="Gill Sans MT"/>
              </a:rPr>
              <a:t>Zweite Ebene</a:t>
            </a:r>
            <a:endParaRPr b="0" lang="de-DE" sz="1600" spc="-1" strike="noStrike">
              <a:solidFill>
                <a:schemeClr val="dk2"/>
              </a:solidFill>
              <a:latin typeface="Gill Sans MT"/>
            </a:endParaRPr>
          </a:p>
          <a:p>
            <a:pPr lvl="2" marL="900000" indent="-270000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400" spc="-1" strike="noStrike">
                <a:solidFill>
                  <a:schemeClr val="dk2"/>
                </a:solidFill>
                <a:latin typeface="Gill Sans MT"/>
              </a:rPr>
              <a:t>Dritte Ebene</a:t>
            </a:r>
            <a:endParaRPr b="0" lang="de-DE" sz="1400" spc="-1" strike="noStrike">
              <a:solidFill>
                <a:schemeClr val="dk2"/>
              </a:solidFill>
              <a:latin typeface="Gill Sans MT"/>
            </a:endParaRPr>
          </a:p>
          <a:p>
            <a:pPr lvl="3" marL="1242000" indent="-234000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200" spc="-1" strike="noStrike">
                <a:solidFill>
                  <a:schemeClr val="dk2"/>
                </a:solidFill>
                <a:latin typeface="Gill Sans MT"/>
              </a:rPr>
              <a:t>Vierte Ebene</a:t>
            </a:r>
            <a:endParaRPr b="0" lang="de-DE" sz="1200" spc="-1" strike="noStrike">
              <a:solidFill>
                <a:schemeClr val="dk2"/>
              </a:solidFill>
              <a:latin typeface="Gill Sans MT"/>
            </a:endParaRPr>
          </a:p>
          <a:p>
            <a:pPr lvl="4" marL="1602000" indent="-234000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200" spc="-1" strike="noStrike">
                <a:solidFill>
                  <a:schemeClr val="dk2"/>
                </a:solidFill>
                <a:latin typeface="Gill Sans MT"/>
              </a:rPr>
              <a:t>Fünfte Ebene</a:t>
            </a:r>
            <a:endParaRPr b="0" lang="de-DE" sz="1200" spc="-1" strike="noStrike">
              <a:solidFill>
                <a:schemeClr val="dk2"/>
              </a:solidFill>
              <a:latin typeface="Gill Sans MT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dt" idx="7"/>
          </p:nvPr>
        </p:nvSpPr>
        <p:spPr>
          <a:xfrm>
            <a:off x="8993520" y="5956200"/>
            <a:ext cx="13276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de-DE" sz="900" spc="-1" strike="noStrike">
                <a:solidFill>
                  <a:schemeClr val="accent1">
                    <a:lumMod val="75000"/>
                    <a:lumOff val="25000"/>
                  </a:schemeClr>
                </a:solidFill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b="0" lang="de-DE" sz="900" spc="-1" strike="noStrike">
                <a:solidFill>
                  <a:schemeClr val="accent1">
                    <a:lumMod val="75000"/>
                    <a:lumOff val="25000"/>
                  </a:schemeClr>
                </a:solidFill>
                <a:latin typeface="Gill Sans MT"/>
              </a:rPr>
              <a:t>&lt;Datum/Uhrzeit&gt;</a:t>
            </a:r>
            <a:endParaRPr b="0" lang="de-AT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ftr" idx="8"/>
          </p:nvPr>
        </p:nvSpPr>
        <p:spPr>
          <a:xfrm>
            <a:off x="775080" y="5951880"/>
            <a:ext cx="78958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de-A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de-AT" sz="1400" spc="-1" strike="noStrike">
                <a:solidFill>
                  <a:srgbClr val="000000"/>
                </a:solidFill>
                <a:latin typeface="Times New Roman"/>
              </a:rPr>
              <a:t>&lt;Fußzeile&gt;</a:t>
            </a:r>
            <a:endParaRPr b="0" lang="de-A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sldNum" idx="9"/>
          </p:nvPr>
        </p:nvSpPr>
        <p:spPr>
          <a:xfrm>
            <a:off x="10446480" y="5956200"/>
            <a:ext cx="11638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de-DE" sz="900" spc="-1" strike="noStrike">
                <a:solidFill>
                  <a:schemeClr val="accent1">
                    <a:lumMod val="75000"/>
                    <a:lumOff val="25000"/>
                  </a:schemeClr>
                </a:solidFill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C937DA6-8FB8-48D5-9729-06C9F2110655}" type="slidenum">
              <a:rPr b="0" lang="de-DE" sz="900" spc="-1" strike="noStrike">
                <a:solidFill>
                  <a:schemeClr val="accent1">
                    <a:lumMod val="75000"/>
                    <a:lumOff val="25000"/>
                  </a:schemeClr>
                </a:solidFill>
                <a:latin typeface="Gill Sans MT"/>
              </a:rPr>
              <a:t>&lt;Foliennummer&gt;</a:t>
            </a:fld>
            <a:endParaRPr b="0" lang="de-AT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hteck 8"/>
          <p:cNvSpPr/>
          <p:nvPr/>
        </p:nvSpPr>
        <p:spPr>
          <a:xfrm>
            <a:off x="446400" y="457200"/>
            <a:ext cx="3702960" cy="946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>
        <p:nvSpPr>
          <p:cNvPr id="30" name="Rechteck 9"/>
          <p:cNvSpPr/>
          <p:nvPr/>
        </p:nvSpPr>
        <p:spPr>
          <a:xfrm>
            <a:off x="8042040" y="453600"/>
            <a:ext cx="3702960" cy="98280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>
        <p:nvSpPr>
          <p:cNvPr id="31" name="Rechteck 10"/>
          <p:cNvSpPr/>
          <p:nvPr/>
        </p:nvSpPr>
        <p:spPr>
          <a:xfrm>
            <a:off x="4241880" y="457200"/>
            <a:ext cx="3702960" cy="91080"/>
          </a:xfrm>
          <a:prstGeom prst="rect">
            <a:avLst/>
          </a:prstGeom>
          <a:solidFill>
            <a:schemeClr val="accent2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>
        <p:nvSpPr>
          <p:cNvPr id="32" name="Rechteck 6"/>
          <p:cNvSpPr/>
          <p:nvPr/>
        </p:nvSpPr>
        <p:spPr>
          <a:xfrm>
            <a:off x="440280" y="614520"/>
            <a:ext cx="11309040" cy="11890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0" lang="de-DE" sz="2800" spc="-1" strike="noStrike" cap="all">
                <a:solidFill>
                  <a:schemeClr val="lt1"/>
                </a:solidFill>
                <a:latin typeface="Gill Sans MT"/>
              </a:rPr>
              <a:t>Titelmasterformat durch Klicken bearbeiten</a:t>
            </a:r>
            <a:endParaRPr b="0" lang="de-DE" sz="2800" spc="-1" strike="noStrike">
              <a:solidFill>
                <a:schemeClr val="dk1"/>
              </a:solidFill>
              <a:latin typeface="Gill Sans MT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581040" y="2180520"/>
            <a:ext cx="11029320" cy="367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marL="306000" indent="-30600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800" spc="-1" strike="noStrike">
                <a:solidFill>
                  <a:schemeClr val="dk2"/>
                </a:solidFill>
                <a:latin typeface="Gill Sans MT"/>
              </a:rPr>
              <a:t>Textmasterformate bearbeiten</a:t>
            </a:r>
            <a:endParaRPr b="0" lang="de-DE" sz="1800" spc="-1" strike="noStrike">
              <a:solidFill>
                <a:schemeClr val="dk2"/>
              </a:solidFill>
              <a:latin typeface="Gill Sans MT"/>
            </a:endParaRPr>
          </a:p>
          <a:p>
            <a:pPr lvl="1" marL="630000" indent="-306000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600" spc="-1" strike="noStrike">
                <a:solidFill>
                  <a:schemeClr val="dk2"/>
                </a:solidFill>
                <a:latin typeface="Gill Sans MT"/>
              </a:rPr>
              <a:t>Zweite Ebene</a:t>
            </a:r>
            <a:endParaRPr b="0" lang="de-DE" sz="1600" spc="-1" strike="noStrike">
              <a:solidFill>
                <a:schemeClr val="dk2"/>
              </a:solidFill>
              <a:latin typeface="Gill Sans MT"/>
            </a:endParaRPr>
          </a:p>
          <a:p>
            <a:pPr lvl="2" marL="900000" indent="-270000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400" spc="-1" strike="noStrike">
                <a:solidFill>
                  <a:schemeClr val="dk2"/>
                </a:solidFill>
                <a:latin typeface="Gill Sans MT"/>
              </a:rPr>
              <a:t>Dritte Ebene</a:t>
            </a:r>
            <a:endParaRPr b="0" lang="de-DE" sz="1400" spc="-1" strike="noStrike">
              <a:solidFill>
                <a:schemeClr val="dk2"/>
              </a:solidFill>
              <a:latin typeface="Gill Sans MT"/>
            </a:endParaRPr>
          </a:p>
          <a:p>
            <a:pPr lvl="3" marL="1242000" indent="-234000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200" spc="-1" strike="noStrike">
                <a:solidFill>
                  <a:schemeClr val="dk2"/>
                </a:solidFill>
                <a:latin typeface="Gill Sans MT"/>
              </a:rPr>
              <a:t>Vierte Ebene</a:t>
            </a:r>
            <a:endParaRPr b="0" lang="de-DE" sz="1200" spc="-1" strike="noStrike">
              <a:solidFill>
                <a:schemeClr val="dk2"/>
              </a:solidFill>
              <a:latin typeface="Gill Sans MT"/>
            </a:endParaRPr>
          </a:p>
          <a:p>
            <a:pPr lvl="4" marL="1602000" indent="-234000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200" spc="-1" strike="noStrike">
                <a:solidFill>
                  <a:schemeClr val="dk2"/>
                </a:solidFill>
                <a:latin typeface="Gill Sans MT"/>
              </a:rPr>
              <a:t>Fünfte Ebene</a:t>
            </a:r>
            <a:endParaRPr b="0" lang="de-DE" sz="1200" spc="-1" strike="noStrike">
              <a:solidFill>
                <a:schemeClr val="dk2"/>
              </a:solidFill>
              <a:latin typeface="Gill Sans MT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0"/>
          </p:nvPr>
        </p:nvSpPr>
        <p:spPr>
          <a:xfrm>
            <a:off x="7606080" y="595620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de-DE" sz="900" spc="-1" strike="noStrike">
                <a:solidFill>
                  <a:schemeClr val="accent2"/>
                </a:solidFill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b="0" lang="de-DE" sz="900" spc="-1" strike="noStrike">
                <a:solidFill>
                  <a:schemeClr val="accent2"/>
                </a:solidFill>
                <a:latin typeface="Gill Sans MT"/>
              </a:rPr>
              <a:t>&lt;Datum/Uhrzeit&gt;</a:t>
            </a:r>
            <a:endParaRPr b="0" lang="de-AT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11"/>
          </p:nvPr>
        </p:nvSpPr>
        <p:spPr>
          <a:xfrm>
            <a:off x="581040" y="5951880"/>
            <a:ext cx="69166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de-A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de-AT" sz="1400" spc="-1" strike="noStrike">
                <a:solidFill>
                  <a:srgbClr val="000000"/>
                </a:solidFill>
                <a:latin typeface="Times New Roman"/>
              </a:rPr>
              <a:t>&lt;Fußzeile&gt;</a:t>
            </a:r>
            <a:endParaRPr b="0" lang="de-A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12"/>
          </p:nvPr>
        </p:nvSpPr>
        <p:spPr>
          <a:xfrm>
            <a:off x="10558440" y="5956200"/>
            <a:ext cx="10522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de-DE" sz="900" spc="-1" strike="noStrike">
                <a:solidFill>
                  <a:schemeClr val="accent2"/>
                </a:solidFill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26B513C-5D24-4A3A-95D1-E84E7BBB96EF}" type="slidenum">
              <a:rPr b="0" lang="de-DE" sz="900" spc="-1" strike="noStrike">
                <a:solidFill>
                  <a:schemeClr val="accent2"/>
                </a:solidFill>
                <a:latin typeface="Gill Sans MT"/>
              </a:rPr>
              <a:t>&lt;Foliennummer&gt;</a:t>
            </a:fld>
            <a:endParaRPr b="0" lang="de-AT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hteck 8"/>
          <p:cNvSpPr/>
          <p:nvPr/>
        </p:nvSpPr>
        <p:spPr>
          <a:xfrm>
            <a:off x="446400" y="457200"/>
            <a:ext cx="3702960" cy="946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>
        <p:nvSpPr>
          <p:cNvPr id="41" name="Rechteck 9"/>
          <p:cNvSpPr/>
          <p:nvPr/>
        </p:nvSpPr>
        <p:spPr>
          <a:xfrm>
            <a:off x="8042040" y="453600"/>
            <a:ext cx="3702960" cy="98280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>
        <p:nvSpPr>
          <p:cNvPr id="42" name="Rechteck 10"/>
          <p:cNvSpPr/>
          <p:nvPr/>
        </p:nvSpPr>
        <p:spPr>
          <a:xfrm>
            <a:off x="4241880" y="457200"/>
            <a:ext cx="3702960" cy="91080"/>
          </a:xfrm>
          <a:prstGeom prst="rect">
            <a:avLst/>
          </a:prstGeom>
          <a:solidFill>
            <a:schemeClr val="accent2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>
        <p:nvSpPr>
          <p:cNvPr id="43" name="Rechteck 7"/>
          <p:cNvSpPr/>
          <p:nvPr/>
        </p:nvSpPr>
        <p:spPr>
          <a:xfrm>
            <a:off x="447840" y="5141880"/>
            <a:ext cx="11290680" cy="125856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de-A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581040" y="3043800"/>
            <a:ext cx="11029320" cy="1497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457200">
              <a:lnSpc>
                <a:spcPct val="100000"/>
              </a:lnSpc>
              <a:buNone/>
            </a:pPr>
            <a:r>
              <a:rPr b="0" lang="de-DE" sz="3600" spc="-1" strike="noStrike" cap="all">
                <a:solidFill>
                  <a:schemeClr val="accent1"/>
                </a:solidFill>
                <a:latin typeface="Gill Sans MT"/>
              </a:rPr>
              <a:t>Titelmasterformat durch Klicken bearbeiten</a:t>
            </a:r>
            <a:endParaRPr b="0" lang="de-DE" sz="3600" spc="-1" strike="noStrike">
              <a:solidFill>
                <a:schemeClr val="dk1"/>
              </a:solidFill>
              <a:latin typeface="Gill Sans MT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581040" y="4541400"/>
            <a:ext cx="11029320" cy="600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de-DE" sz="1800" spc="-1" strike="noStrike" cap="all">
                <a:solidFill>
                  <a:schemeClr val="accent2"/>
                </a:solidFill>
                <a:latin typeface="Gill Sans MT"/>
              </a:rPr>
              <a:t>Textmasterformate bearbeiten</a:t>
            </a:r>
            <a:endParaRPr b="0" lang="de-DE" sz="1800" spc="-1" strike="noStrike">
              <a:solidFill>
                <a:schemeClr val="dk2"/>
              </a:solidFill>
              <a:latin typeface="Gill Sans MT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13"/>
          </p:nvPr>
        </p:nvSpPr>
        <p:spPr>
          <a:xfrm>
            <a:off x="7606080" y="595620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de-DE" sz="900" spc="-1" strike="noStrike">
                <a:solidFill>
                  <a:schemeClr val="accent1">
                    <a:lumMod val="75000"/>
                    <a:lumOff val="25000"/>
                  </a:schemeClr>
                </a:solidFill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b="0" lang="de-DE" sz="900" spc="-1" strike="noStrike">
                <a:solidFill>
                  <a:schemeClr val="accent1">
                    <a:lumMod val="75000"/>
                    <a:lumOff val="25000"/>
                  </a:schemeClr>
                </a:solidFill>
                <a:latin typeface="Gill Sans MT"/>
              </a:rPr>
              <a:t>&lt;Datum/Uhrzeit&gt;</a:t>
            </a:r>
            <a:endParaRPr b="0" lang="de-AT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14"/>
          </p:nvPr>
        </p:nvSpPr>
        <p:spPr>
          <a:xfrm>
            <a:off x="581040" y="5951880"/>
            <a:ext cx="69166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de-A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de-AT" sz="1400" spc="-1" strike="noStrike">
                <a:solidFill>
                  <a:srgbClr val="000000"/>
                </a:solidFill>
                <a:latin typeface="Times New Roman"/>
              </a:rPr>
              <a:t>&lt;Fußzeile&gt;</a:t>
            </a:r>
            <a:endParaRPr b="0" lang="de-A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15"/>
          </p:nvPr>
        </p:nvSpPr>
        <p:spPr>
          <a:xfrm>
            <a:off x="10558440" y="5956200"/>
            <a:ext cx="10522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de-DE" sz="900" spc="-1" strike="noStrike">
                <a:solidFill>
                  <a:schemeClr val="accent1">
                    <a:lumMod val="75000"/>
                    <a:lumOff val="25000"/>
                  </a:schemeClr>
                </a:solidFill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D96E683-780C-49C1-8824-925B0D6E1AEF}" type="slidenum">
              <a:rPr b="0" lang="de-DE" sz="900" spc="-1" strike="noStrike">
                <a:solidFill>
                  <a:schemeClr val="accent1">
                    <a:lumMod val="75000"/>
                    <a:lumOff val="25000"/>
                  </a:schemeClr>
                </a:solidFill>
                <a:latin typeface="Gill Sans MT"/>
              </a:rPr>
              <a:t>&lt;Foliennummer&gt;</a:t>
            </a:fld>
            <a:endParaRPr b="0" lang="de-AT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8"/>
          <p:cNvSpPr/>
          <p:nvPr/>
        </p:nvSpPr>
        <p:spPr>
          <a:xfrm>
            <a:off x="446400" y="457200"/>
            <a:ext cx="3702960" cy="946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>
        <p:nvSpPr>
          <p:cNvPr id="50" name="Rechteck 9"/>
          <p:cNvSpPr/>
          <p:nvPr/>
        </p:nvSpPr>
        <p:spPr>
          <a:xfrm>
            <a:off x="8042040" y="453600"/>
            <a:ext cx="3702960" cy="98280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>
        <p:nvSpPr>
          <p:cNvPr id="51" name="Rechteck 10"/>
          <p:cNvSpPr/>
          <p:nvPr/>
        </p:nvSpPr>
        <p:spPr>
          <a:xfrm>
            <a:off x="4241880" y="457200"/>
            <a:ext cx="3702960" cy="91080"/>
          </a:xfrm>
          <a:prstGeom prst="rect">
            <a:avLst/>
          </a:prstGeom>
          <a:solidFill>
            <a:schemeClr val="accent2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>
        <p:nvSpPr>
          <p:cNvPr id="52" name="Rechteck 7"/>
          <p:cNvSpPr/>
          <p:nvPr/>
        </p:nvSpPr>
        <p:spPr>
          <a:xfrm>
            <a:off x="446040" y="606600"/>
            <a:ext cx="11299680" cy="125856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581040" y="729720"/>
            <a:ext cx="11029320" cy="98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0" lang="de-DE" sz="2800" spc="-1" strike="noStrike" cap="all">
                <a:solidFill>
                  <a:schemeClr val="lt1"/>
                </a:solidFill>
                <a:latin typeface="Gill Sans MT"/>
              </a:rPr>
              <a:t>Titelmasterformat durch Klicken bearbeiten</a:t>
            </a:r>
            <a:endParaRPr b="0" lang="de-DE" sz="2800" spc="-1" strike="noStrike">
              <a:solidFill>
                <a:schemeClr val="dk1"/>
              </a:solidFill>
              <a:latin typeface="Gill Sans MT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581040" y="2228040"/>
            <a:ext cx="5421960" cy="363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306000" indent="-30600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800" spc="-1" strike="noStrike">
                <a:solidFill>
                  <a:schemeClr val="dk2"/>
                </a:solidFill>
                <a:latin typeface="Gill Sans MT"/>
              </a:rPr>
              <a:t>Textmasterformate bearbeiten</a:t>
            </a:r>
            <a:endParaRPr b="0" lang="de-DE" sz="1800" spc="-1" strike="noStrike">
              <a:solidFill>
                <a:schemeClr val="dk2"/>
              </a:solidFill>
              <a:latin typeface="Gill Sans MT"/>
            </a:endParaRPr>
          </a:p>
          <a:p>
            <a:pPr lvl="1" marL="630000" indent="-306000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600" spc="-1" strike="noStrike">
                <a:solidFill>
                  <a:schemeClr val="dk2"/>
                </a:solidFill>
                <a:latin typeface="Gill Sans MT"/>
              </a:rPr>
              <a:t>Zweite Ebene</a:t>
            </a:r>
            <a:endParaRPr b="0" lang="de-DE" sz="1600" spc="-1" strike="noStrike">
              <a:solidFill>
                <a:schemeClr val="dk2"/>
              </a:solidFill>
              <a:latin typeface="Gill Sans MT"/>
            </a:endParaRPr>
          </a:p>
          <a:p>
            <a:pPr lvl="2" marL="900000" indent="-270000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400" spc="-1" strike="noStrike">
                <a:solidFill>
                  <a:schemeClr val="dk2"/>
                </a:solidFill>
                <a:latin typeface="Gill Sans MT"/>
              </a:rPr>
              <a:t>Dritte Ebene</a:t>
            </a:r>
            <a:endParaRPr b="0" lang="de-DE" sz="1400" spc="-1" strike="noStrike">
              <a:solidFill>
                <a:schemeClr val="dk2"/>
              </a:solidFill>
              <a:latin typeface="Gill Sans MT"/>
            </a:endParaRPr>
          </a:p>
          <a:p>
            <a:pPr lvl="3" marL="1242000" indent="-234000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200" spc="-1" strike="noStrike">
                <a:solidFill>
                  <a:schemeClr val="dk2"/>
                </a:solidFill>
                <a:latin typeface="Gill Sans MT"/>
              </a:rPr>
              <a:t>Vierte Ebene</a:t>
            </a:r>
            <a:endParaRPr b="0" lang="de-DE" sz="1200" spc="-1" strike="noStrike">
              <a:solidFill>
                <a:schemeClr val="dk2"/>
              </a:solidFill>
              <a:latin typeface="Gill Sans MT"/>
            </a:endParaRPr>
          </a:p>
          <a:p>
            <a:pPr lvl="4" marL="1602000" indent="-234000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200" spc="-1" strike="noStrike">
                <a:solidFill>
                  <a:schemeClr val="dk2"/>
                </a:solidFill>
                <a:latin typeface="Gill Sans MT"/>
              </a:rPr>
              <a:t>Fünfte Ebene</a:t>
            </a:r>
            <a:endParaRPr b="0" lang="de-DE" sz="1200" spc="-1" strike="noStrike">
              <a:solidFill>
                <a:schemeClr val="dk2"/>
              </a:solidFill>
              <a:latin typeface="Gill Sans MT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6188400" y="2228040"/>
            <a:ext cx="5421960" cy="363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306000" indent="-30600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800" spc="-1" strike="noStrike">
                <a:solidFill>
                  <a:schemeClr val="dk2"/>
                </a:solidFill>
                <a:latin typeface="Gill Sans MT"/>
              </a:rPr>
              <a:t>Textmasterformate bearbeiten</a:t>
            </a:r>
            <a:endParaRPr b="0" lang="de-DE" sz="1800" spc="-1" strike="noStrike">
              <a:solidFill>
                <a:schemeClr val="dk2"/>
              </a:solidFill>
              <a:latin typeface="Gill Sans MT"/>
            </a:endParaRPr>
          </a:p>
          <a:p>
            <a:pPr lvl="1" marL="630000" indent="-306000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600" spc="-1" strike="noStrike">
                <a:solidFill>
                  <a:schemeClr val="dk2"/>
                </a:solidFill>
                <a:latin typeface="Gill Sans MT"/>
              </a:rPr>
              <a:t>Zweite Ebene</a:t>
            </a:r>
            <a:endParaRPr b="0" lang="de-DE" sz="1600" spc="-1" strike="noStrike">
              <a:solidFill>
                <a:schemeClr val="dk2"/>
              </a:solidFill>
              <a:latin typeface="Gill Sans MT"/>
            </a:endParaRPr>
          </a:p>
          <a:p>
            <a:pPr lvl="2" marL="900000" indent="-270000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400" spc="-1" strike="noStrike">
                <a:solidFill>
                  <a:schemeClr val="dk2"/>
                </a:solidFill>
                <a:latin typeface="Gill Sans MT"/>
              </a:rPr>
              <a:t>Dritte Ebene</a:t>
            </a:r>
            <a:endParaRPr b="0" lang="de-DE" sz="1400" spc="-1" strike="noStrike">
              <a:solidFill>
                <a:schemeClr val="dk2"/>
              </a:solidFill>
              <a:latin typeface="Gill Sans MT"/>
            </a:endParaRPr>
          </a:p>
          <a:p>
            <a:pPr lvl="3" marL="1242000" indent="-234000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200" spc="-1" strike="noStrike">
                <a:solidFill>
                  <a:schemeClr val="dk2"/>
                </a:solidFill>
                <a:latin typeface="Gill Sans MT"/>
              </a:rPr>
              <a:t>Vierte Ebene</a:t>
            </a:r>
            <a:endParaRPr b="0" lang="de-DE" sz="1200" spc="-1" strike="noStrike">
              <a:solidFill>
                <a:schemeClr val="dk2"/>
              </a:solidFill>
              <a:latin typeface="Gill Sans MT"/>
            </a:endParaRPr>
          </a:p>
          <a:p>
            <a:pPr lvl="4" marL="1602000" indent="-234000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200" spc="-1" strike="noStrike">
                <a:solidFill>
                  <a:schemeClr val="dk2"/>
                </a:solidFill>
                <a:latin typeface="Gill Sans MT"/>
              </a:rPr>
              <a:t>Fünfte Ebene</a:t>
            </a:r>
            <a:endParaRPr b="0" lang="de-DE" sz="1200" spc="-1" strike="noStrike">
              <a:solidFill>
                <a:schemeClr val="dk2"/>
              </a:solidFill>
              <a:latin typeface="Gill Sans MT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16"/>
          </p:nvPr>
        </p:nvSpPr>
        <p:spPr>
          <a:xfrm>
            <a:off x="7606080" y="595620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de-DE" sz="900" spc="-1" strike="noStrike">
                <a:solidFill>
                  <a:schemeClr val="accent2"/>
                </a:solidFill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b="0" lang="de-DE" sz="900" spc="-1" strike="noStrike">
                <a:solidFill>
                  <a:schemeClr val="accent2"/>
                </a:solidFill>
                <a:latin typeface="Gill Sans MT"/>
              </a:rPr>
              <a:t>&lt;Datum/Uhrzeit&gt;</a:t>
            </a:r>
            <a:endParaRPr b="0" lang="de-AT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17"/>
          </p:nvPr>
        </p:nvSpPr>
        <p:spPr>
          <a:xfrm>
            <a:off x="581040" y="5951880"/>
            <a:ext cx="69166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de-A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de-AT" sz="1400" spc="-1" strike="noStrike">
                <a:solidFill>
                  <a:srgbClr val="000000"/>
                </a:solidFill>
                <a:latin typeface="Times New Roman"/>
              </a:rPr>
              <a:t>&lt;Fußzeile&gt;</a:t>
            </a:r>
            <a:endParaRPr b="0" lang="de-A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18"/>
          </p:nvPr>
        </p:nvSpPr>
        <p:spPr>
          <a:xfrm>
            <a:off x="10558440" y="5956200"/>
            <a:ext cx="10522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de-DE" sz="900" spc="-1" strike="noStrike">
                <a:solidFill>
                  <a:schemeClr val="accent2"/>
                </a:solidFill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EE83CFE-EC8E-436E-94F4-569EF048AA55}" type="slidenum">
              <a:rPr b="0" lang="de-DE" sz="900" spc="-1" strike="noStrike">
                <a:solidFill>
                  <a:schemeClr val="accent2"/>
                </a:solidFill>
                <a:latin typeface="Gill Sans MT"/>
              </a:rPr>
              <a:t>&lt;Foliennummer&gt;</a:t>
            </a:fld>
            <a:endParaRPr b="0" lang="de-AT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hteck 8"/>
          <p:cNvSpPr/>
          <p:nvPr/>
        </p:nvSpPr>
        <p:spPr>
          <a:xfrm>
            <a:off x="446400" y="457200"/>
            <a:ext cx="3702960" cy="946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>
        <p:nvSpPr>
          <p:cNvPr id="63" name="Rechteck 9"/>
          <p:cNvSpPr/>
          <p:nvPr/>
        </p:nvSpPr>
        <p:spPr>
          <a:xfrm>
            <a:off x="8042040" y="453600"/>
            <a:ext cx="3702960" cy="98280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>
        <p:nvSpPr>
          <p:cNvPr id="64" name="Rechteck 10"/>
          <p:cNvSpPr/>
          <p:nvPr/>
        </p:nvSpPr>
        <p:spPr>
          <a:xfrm>
            <a:off x="4241880" y="457200"/>
            <a:ext cx="3702960" cy="91080"/>
          </a:xfrm>
          <a:prstGeom prst="rect">
            <a:avLst/>
          </a:prstGeom>
          <a:solidFill>
            <a:schemeClr val="accent2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>
        <p:nvSpPr>
          <p:cNvPr id="65" name="Rechteck 10"/>
          <p:cNvSpPr/>
          <p:nvPr/>
        </p:nvSpPr>
        <p:spPr>
          <a:xfrm>
            <a:off x="446040" y="606600"/>
            <a:ext cx="11299680" cy="125856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de-A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581040" y="729720"/>
            <a:ext cx="11029320" cy="98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0" lang="de-DE" sz="2800" spc="-1" strike="noStrike" cap="all">
                <a:solidFill>
                  <a:schemeClr val="lt1"/>
                </a:solidFill>
                <a:latin typeface="Gill Sans MT"/>
              </a:rPr>
              <a:t>Titelmasterformat durch Klicken bearbeiten</a:t>
            </a:r>
            <a:endParaRPr b="0" lang="de-DE" sz="2800" spc="-1" strike="noStrike">
              <a:solidFill>
                <a:schemeClr val="dk1"/>
              </a:solidFill>
              <a:latin typeface="Gill Sans MT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887040" y="2250720"/>
            <a:ext cx="5086800" cy="53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39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de-DE" sz="2200" spc="-1" strike="noStrike">
                <a:solidFill>
                  <a:schemeClr val="accent2"/>
                </a:solidFill>
                <a:latin typeface="Gill Sans MT"/>
              </a:rPr>
              <a:t>Textmasterformate bearbeiten</a:t>
            </a:r>
            <a:endParaRPr b="0" lang="de-DE" sz="2200" spc="-1" strike="noStrike">
              <a:solidFill>
                <a:schemeClr val="dk2"/>
              </a:solidFill>
              <a:latin typeface="Gill Sans MT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body"/>
          </p:nvPr>
        </p:nvSpPr>
        <p:spPr>
          <a:xfrm>
            <a:off x="581040" y="2926080"/>
            <a:ext cx="5392800" cy="2934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306000" indent="-30600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800" spc="-1" strike="noStrike">
                <a:solidFill>
                  <a:schemeClr val="dk2"/>
                </a:solidFill>
                <a:latin typeface="Gill Sans MT"/>
              </a:rPr>
              <a:t>Textmasterformate bearbeiten</a:t>
            </a:r>
            <a:endParaRPr b="0" lang="de-DE" sz="1800" spc="-1" strike="noStrike">
              <a:solidFill>
                <a:schemeClr val="dk2"/>
              </a:solidFill>
              <a:latin typeface="Gill Sans MT"/>
            </a:endParaRPr>
          </a:p>
          <a:p>
            <a:pPr lvl="1" marL="630000" indent="-306000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600" spc="-1" strike="noStrike">
                <a:solidFill>
                  <a:schemeClr val="dk2"/>
                </a:solidFill>
                <a:latin typeface="Gill Sans MT"/>
              </a:rPr>
              <a:t>Zweite Ebene</a:t>
            </a:r>
            <a:endParaRPr b="0" lang="de-DE" sz="1600" spc="-1" strike="noStrike">
              <a:solidFill>
                <a:schemeClr val="dk2"/>
              </a:solidFill>
              <a:latin typeface="Gill Sans MT"/>
            </a:endParaRPr>
          </a:p>
          <a:p>
            <a:pPr lvl="2" marL="900000" indent="-270000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400" spc="-1" strike="noStrike">
                <a:solidFill>
                  <a:schemeClr val="dk2"/>
                </a:solidFill>
                <a:latin typeface="Gill Sans MT"/>
              </a:rPr>
              <a:t>Dritte Ebene</a:t>
            </a:r>
            <a:endParaRPr b="0" lang="de-DE" sz="1400" spc="-1" strike="noStrike">
              <a:solidFill>
                <a:schemeClr val="dk2"/>
              </a:solidFill>
              <a:latin typeface="Gill Sans MT"/>
            </a:endParaRPr>
          </a:p>
          <a:p>
            <a:pPr lvl="3" marL="1242000" indent="-234000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200" spc="-1" strike="noStrike">
                <a:solidFill>
                  <a:schemeClr val="dk2"/>
                </a:solidFill>
                <a:latin typeface="Gill Sans MT"/>
              </a:rPr>
              <a:t>Vierte Ebene</a:t>
            </a:r>
            <a:endParaRPr b="0" lang="de-DE" sz="1200" spc="-1" strike="noStrike">
              <a:solidFill>
                <a:schemeClr val="dk2"/>
              </a:solidFill>
              <a:latin typeface="Gill Sans MT"/>
            </a:endParaRPr>
          </a:p>
          <a:p>
            <a:pPr lvl="4" marL="1602000" indent="-234000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200" spc="-1" strike="noStrike">
                <a:solidFill>
                  <a:schemeClr val="dk2"/>
                </a:solidFill>
                <a:latin typeface="Gill Sans MT"/>
              </a:rPr>
              <a:t>Fünfte Ebene</a:t>
            </a:r>
            <a:endParaRPr b="0" lang="de-DE" sz="1200" spc="-1" strike="noStrike">
              <a:solidFill>
                <a:schemeClr val="dk2"/>
              </a:solidFill>
              <a:latin typeface="Gill Sans MT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body"/>
          </p:nvPr>
        </p:nvSpPr>
        <p:spPr>
          <a:xfrm>
            <a:off x="6523560" y="2250720"/>
            <a:ext cx="5086800" cy="55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39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de-DE" sz="2200" spc="-1" strike="noStrike">
                <a:solidFill>
                  <a:schemeClr val="accent2"/>
                </a:solidFill>
                <a:latin typeface="Gill Sans MT"/>
              </a:rPr>
              <a:t>Textmasterformate bearbeiten</a:t>
            </a:r>
            <a:endParaRPr b="0" lang="de-DE" sz="2200" spc="-1" strike="noStrike">
              <a:solidFill>
                <a:schemeClr val="dk2"/>
              </a:solidFill>
              <a:latin typeface="Gill Sans MT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 type="body"/>
          </p:nvPr>
        </p:nvSpPr>
        <p:spPr>
          <a:xfrm>
            <a:off x="6217560" y="2926080"/>
            <a:ext cx="5392800" cy="2934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306000" indent="-30600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800" spc="-1" strike="noStrike">
                <a:solidFill>
                  <a:schemeClr val="dk2"/>
                </a:solidFill>
                <a:latin typeface="Gill Sans MT"/>
              </a:rPr>
              <a:t>Textmasterformate bearbeiten</a:t>
            </a:r>
            <a:endParaRPr b="0" lang="de-DE" sz="1800" spc="-1" strike="noStrike">
              <a:solidFill>
                <a:schemeClr val="dk2"/>
              </a:solidFill>
              <a:latin typeface="Gill Sans MT"/>
            </a:endParaRPr>
          </a:p>
          <a:p>
            <a:pPr lvl="1" marL="630000" indent="-306000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600" spc="-1" strike="noStrike">
                <a:solidFill>
                  <a:schemeClr val="dk2"/>
                </a:solidFill>
                <a:latin typeface="Gill Sans MT"/>
              </a:rPr>
              <a:t>Zweite Ebene</a:t>
            </a:r>
            <a:endParaRPr b="0" lang="de-DE" sz="1600" spc="-1" strike="noStrike">
              <a:solidFill>
                <a:schemeClr val="dk2"/>
              </a:solidFill>
              <a:latin typeface="Gill Sans MT"/>
            </a:endParaRPr>
          </a:p>
          <a:p>
            <a:pPr lvl="2" marL="900000" indent="-270000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400" spc="-1" strike="noStrike">
                <a:solidFill>
                  <a:schemeClr val="dk2"/>
                </a:solidFill>
                <a:latin typeface="Gill Sans MT"/>
              </a:rPr>
              <a:t>Dritte Ebene</a:t>
            </a:r>
            <a:endParaRPr b="0" lang="de-DE" sz="1400" spc="-1" strike="noStrike">
              <a:solidFill>
                <a:schemeClr val="dk2"/>
              </a:solidFill>
              <a:latin typeface="Gill Sans MT"/>
            </a:endParaRPr>
          </a:p>
          <a:p>
            <a:pPr lvl="3" marL="1242000" indent="-234000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200" spc="-1" strike="noStrike">
                <a:solidFill>
                  <a:schemeClr val="dk2"/>
                </a:solidFill>
                <a:latin typeface="Gill Sans MT"/>
              </a:rPr>
              <a:t>Vierte Ebene</a:t>
            </a:r>
            <a:endParaRPr b="0" lang="de-DE" sz="1200" spc="-1" strike="noStrike">
              <a:solidFill>
                <a:schemeClr val="dk2"/>
              </a:solidFill>
              <a:latin typeface="Gill Sans MT"/>
            </a:endParaRPr>
          </a:p>
          <a:p>
            <a:pPr lvl="4" marL="1602000" indent="-234000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200" spc="-1" strike="noStrike">
                <a:solidFill>
                  <a:schemeClr val="dk2"/>
                </a:solidFill>
                <a:latin typeface="Gill Sans MT"/>
              </a:rPr>
              <a:t>Fünfte Ebene</a:t>
            </a:r>
            <a:endParaRPr b="0" lang="de-DE" sz="1200" spc="-1" strike="noStrike">
              <a:solidFill>
                <a:schemeClr val="dk2"/>
              </a:solidFill>
              <a:latin typeface="Gill Sans MT"/>
            </a:endParaRPr>
          </a:p>
        </p:txBody>
      </p:sp>
      <p:sp>
        <p:nvSpPr>
          <p:cNvPr id="71" name="PlaceHolder 6"/>
          <p:cNvSpPr>
            <a:spLocks noGrp="1"/>
          </p:cNvSpPr>
          <p:nvPr>
            <p:ph type="dt" idx="19"/>
          </p:nvPr>
        </p:nvSpPr>
        <p:spPr>
          <a:xfrm>
            <a:off x="7606080" y="595620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de-DE" sz="900" spc="-1" strike="noStrike">
                <a:solidFill>
                  <a:schemeClr val="accent2"/>
                </a:solidFill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b="0" lang="de-DE" sz="900" spc="-1" strike="noStrike">
                <a:solidFill>
                  <a:schemeClr val="accent2"/>
                </a:solidFill>
                <a:latin typeface="Gill Sans MT"/>
              </a:rPr>
              <a:t>&lt;Datum/Uhrzeit&gt;</a:t>
            </a:r>
            <a:endParaRPr b="0" lang="de-AT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PlaceHolder 7"/>
          <p:cNvSpPr>
            <a:spLocks noGrp="1"/>
          </p:cNvSpPr>
          <p:nvPr>
            <p:ph type="ftr" idx="20"/>
          </p:nvPr>
        </p:nvSpPr>
        <p:spPr>
          <a:xfrm>
            <a:off x="581040" y="5951880"/>
            <a:ext cx="69166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de-A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de-AT" sz="1400" spc="-1" strike="noStrike">
                <a:solidFill>
                  <a:srgbClr val="000000"/>
                </a:solidFill>
                <a:latin typeface="Times New Roman"/>
              </a:rPr>
              <a:t>&lt;Fußzeile&gt;</a:t>
            </a:r>
            <a:endParaRPr b="0" lang="de-A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PlaceHolder 8"/>
          <p:cNvSpPr>
            <a:spLocks noGrp="1"/>
          </p:cNvSpPr>
          <p:nvPr>
            <p:ph type="sldNum" idx="21"/>
          </p:nvPr>
        </p:nvSpPr>
        <p:spPr>
          <a:xfrm>
            <a:off x="10558440" y="5956200"/>
            <a:ext cx="10522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de-DE" sz="900" spc="-1" strike="noStrike">
                <a:solidFill>
                  <a:schemeClr val="accent2"/>
                </a:solidFill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6CBBDB8-A9D9-4FCB-880B-AD43DFBAC7E5}" type="slidenum">
              <a:rPr b="0" lang="de-DE" sz="900" spc="-1" strike="noStrike">
                <a:solidFill>
                  <a:schemeClr val="accent2"/>
                </a:solidFill>
                <a:latin typeface="Gill Sans MT"/>
              </a:rPr>
              <a:t>&lt;Foliennummer&gt;</a:t>
            </a:fld>
            <a:endParaRPr b="0" lang="de-AT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Rechteck 8"/>
          <p:cNvSpPr/>
          <p:nvPr/>
        </p:nvSpPr>
        <p:spPr>
          <a:xfrm>
            <a:off x="446400" y="457200"/>
            <a:ext cx="3702960" cy="946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>
        <p:nvSpPr>
          <p:cNvPr id="75" name="Rechteck 9"/>
          <p:cNvSpPr/>
          <p:nvPr/>
        </p:nvSpPr>
        <p:spPr>
          <a:xfrm>
            <a:off x="8042040" y="453600"/>
            <a:ext cx="3702960" cy="98280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>
        <p:nvSpPr>
          <p:cNvPr id="76" name="Rechteck 10"/>
          <p:cNvSpPr/>
          <p:nvPr/>
        </p:nvSpPr>
        <p:spPr>
          <a:xfrm>
            <a:off x="4241880" y="457200"/>
            <a:ext cx="3702960" cy="91080"/>
          </a:xfrm>
          <a:prstGeom prst="rect">
            <a:avLst/>
          </a:prstGeom>
          <a:solidFill>
            <a:schemeClr val="accent2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>
        <p:nvSpPr>
          <p:cNvPr id="77" name="PlaceHolder 1"/>
          <p:cNvSpPr>
            <a:spLocks noGrp="1"/>
          </p:cNvSpPr>
          <p:nvPr>
            <p:ph type="dt" idx="22"/>
          </p:nvPr>
        </p:nvSpPr>
        <p:spPr>
          <a:xfrm>
            <a:off x="7606080" y="595620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de-DE" sz="900" spc="-1" strike="noStrike">
                <a:solidFill>
                  <a:schemeClr val="accent2"/>
                </a:solidFill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b="0" lang="de-DE" sz="900" spc="-1" strike="noStrike">
                <a:solidFill>
                  <a:schemeClr val="accent2"/>
                </a:solidFill>
                <a:latin typeface="Gill Sans MT"/>
              </a:rPr>
              <a:t>&lt;Datum/Uhrzeit&gt;</a:t>
            </a:r>
            <a:endParaRPr b="0" lang="de-AT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ftr" idx="23"/>
          </p:nvPr>
        </p:nvSpPr>
        <p:spPr>
          <a:xfrm>
            <a:off x="581040" y="5951880"/>
            <a:ext cx="69166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de-A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de-AT" sz="1400" spc="-1" strike="noStrike">
                <a:solidFill>
                  <a:srgbClr val="000000"/>
                </a:solidFill>
                <a:latin typeface="Times New Roman"/>
              </a:rPr>
              <a:t>&lt;Fußzeile&gt;</a:t>
            </a:r>
            <a:endParaRPr b="0" lang="de-A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 type="sldNum" idx="24"/>
          </p:nvPr>
        </p:nvSpPr>
        <p:spPr>
          <a:xfrm>
            <a:off x="10558440" y="5956200"/>
            <a:ext cx="10522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de-DE" sz="900" spc="-1" strike="noStrike">
                <a:solidFill>
                  <a:schemeClr val="accent2"/>
                </a:solidFill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886DAE4-E951-4BB3-AF00-D782BDE793D1}" type="slidenum">
              <a:rPr b="0" lang="de-DE" sz="900" spc="-1" strike="noStrike">
                <a:solidFill>
                  <a:schemeClr val="accent2"/>
                </a:solidFill>
                <a:latin typeface="Gill Sans MT"/>
              </a:rPr>
              <a:t>&lt;Foliennummer&gt;</a:t>
            </a:fld>
            <a:endParaRPr b="0" lang="de-AT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Rechteck 6"/>
          <p:cNvSpPr/>
          <p:nvPr/>
        </p:nvSpPr>
        <p:spPr>
          <a:xfrm>
            <a:off x="440640" y="606600"/>
            <a:ext cx="11299680" cy="125856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de-A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 type="title"/>
          </p:nvPr>
        </p:nvSpPr>
        <p:spPr>
          <a:xfrm>
            <a:off x="576000" y="729720"/>
            <a:ext cx="11029320" cy="98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0" lang="de-DE" sz="2800" spc="-1" strike="noStrike" cap="all">
                <a:solidFill>
                  <a:schemeClr val="lt1"/>
                </a:solidFill>
                <a:latin typeface="Gill Sans MT"/>
              </a:rPr>
              <a:t>Titelmasterformat durch Klicken bearbeiten</a:t>
            </a:r>
            <a:endParaRPr b="0" lang="de-DE" sz="2800" spc="-1" strike="noStrike">
              <a:solidFill>
                <a:schemeClr val="dk1"/>
              </a:solidFill>
              <a:latin typeface="Gill Sans M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Rechteck 8"/>
          <p:cNvSpPr/>
          <p:nvPr/>
        </p:nvSpPr>
        <p:spPr>
          <a:xfrm>
            <a:off x="446400" y="457200"/>
            <a:ext cx="3702960" cy="946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>
        <p:nvSpPr>
          <p:cNvPr id="84" name="Rechteck 9"/>
          <p:cNvSpPr/>
          <p:nvPr/>
        </p:nvSpPr>
        <p:spPr>
          <a:xfrm>
            <a:off x="8042040" y="453600"/>
            <a:ext cx="3702960" cy="98280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>
        <p:nvSpPr>
          <p:cNvPr id="85" name="Rechteck 10"/>
          <p:cNvSpPr/>
          <p:nvPr/>
        </p:nvSpPr>
        <p:spPr>
          <a:xfrm>
            <a:off x="4241880" y="457200"/>
            <a:ext cx="3702960" cy="91080"/>
          </a:xfrm>
          <a:prstGeom prst="rect">
            <a:avLst/>
          </a:prstGeom>
          <a:solidFill>
            <a:schemeClr val="accent2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>
        <p:nvSpPr>
          <p:cNvPr id="86" name="PlaceHolder 1"/>
          <p:cNvSpPr>
            <a:spLocks noGrp="1"/>
          </p:cNvSpPr>
          <p:nvPr>
            <p:ph type="dt" idx="25"/>
          </p:nvPr>
        </p:nvSpPr>
        <p:spPr>
          <a:xfrm>
            <a:off x="7606080" y="595620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de-DE" sz="900" spc="-1" strike="noStrike">
                <a:solidFill>
                  <a:schemeClr val="accent2"/>
                </a:solidFill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b="0" lang="de-DE" sz="900" spc="-1" strike="noStrike">
                <a:solidFill>
                  <a:schemeClr val="accent2"/>
                </a:solidFill>
                <a:latin typeface="Gill Sans MT"/>
              </a:rPr>
              <a:t>&lt;Datum/Uhrzeit&gt;</a:t>
            </a:r>
            <a:endParaRPr b="0" lang="de-AT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 type="ftr" idx="26"/>
          </p:nvPr>
        </p:nvSpPr>
        <p:spPr>
          <a:xfrm>
            <a:off x="581040" y="5951880"/>
            <a:ext cx="69166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de-A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de-AT" sz="1400" spc="-1" strike="noStrike">
                <a:solidFill>
                  <a:srgbClr val="000000"/>
                </a:solidFill>
                <a:latin typeface="Times New Roman"/>
              </a:rPr>
              <a:t>&lt;Fußzeile&gt;</a:t>
            </a:r>
            <a:endParaRPr b="0" lang="de-A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sldNum" idx="27"/>
          </p:nvPr>
        </p:nvSpPr>
        <p:spPr>
          <a:xfrm>
            <a:off x="10558440" y="5956200"/>
            <a:ext cx="10522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de-DE" sz="900" spc="-1" strike="noStrike">
                <a:solidFill>
                  <a:schemeClr val="accent2"/>
                </a:solidFill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8C7003A-1550-4C1A-B7B0-97731035ACD5}" type="slidenum">
              <a:rPr b="0" lang="de-DE" sz="900" spc="-1" strike="noStrike">
                <a:solidFill>
                  <a:schemeClr val="accent2"/>
                </a:solidFill>
                <a:latin typeface="Gill Sans MT"/>
              </a:rPr>
              <a:t>&lt;Foliennummer&gt;</a:t>
            </a:fld>
            <a:endParaRPr b="0" lang="de-AT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Rechteck 8"/>
          <p:cNvSpPr/>
          <p:nvPr/>
        </p:nvSpPr>
        <p:spPr>
          <a:xfrm>
            <a:off x="446400" y="457200"/>
            <a:ext cx="3702960" cy="946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>
        <p:nvSpPr>
          <p:cNvPr id="90" name="Rechteck 9"/>
          <p:cNvSpPr/>
          <p:nvPr/>
        </p:nvSpPr>
        <p:spPr>
          <a:xfrm>
            <a:off x="8042040" y="453600"/>
            <a:ext cx="3702960" cy="98280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>
        <p:nvSpPr>
          <p:cNvPr id="91" name="Rechteck 10"/>
          <p:cNvSpPr/>
          <p:nvPr/>
        </p:nvSpPr>
        <p:spPr>
          <a:xfrm>
            <a:off x="4241880" y="457200"/>
            <a:ext cx="3702960" cy="91080"/>
          </a:xfrm>
          <a:prstGeom prst="rect">
            <a:avLst/>
          </a:prstGeom>
          <a:solidFill>
            <a:schemeClr val="accent2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>
        <p:nvSpPr>
          <p:cNvPr id="92" name="Rechteck 8"/>
          <p:cNvSpPr/>
          <p:nvPr/>
        </p:nvSpPr>
        <p:spPr>
          <a:xfrm>
            <a:off x="447840" y="5141880"/>
            <a:ext cx="11297880" cy="127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de-A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581040" y="5262120"/>
            <a:ext cx="4908960" cy="689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0" lang="de-DE" sz="2000" spc="-1" strike="noStrike" cap="all">
                <a:solidFill>
                  <a:schemeClr val="accent1">
                    <a:lumMod val="75000"/>
                    <a:lumOff val="25000"/>
                  </a:schemeClr>
                </a:solidFill>
                <a:latin typeface="Gill Sans MT"/>
              </a:rPr>
              <a:t>Titelmasterformat durch Klicken bearbeiten</a:t>
            </a:r>
            <a:endParaRPr b="0" lang="de-DE" sz="2000" spc="-1" strike="noStrike">
              <a:solidFill>
                <a:schemeClr val="dk1"/>
              </a:solidFill>
              <a:latin typeface="Gill Sans MT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body"/>
          </p:nvPr>
        </p:nvSpPr>
        <p:spPr>
          <a:xfrm>
            <a:off x="447840" y="601200"/>
            <a:ext cx="11292480" cy="420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306000" indent="-306000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2000" spc="-1" strike="noStrike">
                <a:solidFill>
                  <a:schemeClr val="dk2"/>
                </a:solidFill>
                <a:latin typeface="Gill Sans MT"/>
              </a:rPr>
              <a:t>Textmasterformate bearbeiten</a:t>
            </a:r>
            <a:endParaRPr b="0" lang="de-DE" sz="2000" spc="-1" strike="noStrike">
              <a:solidFill>
                <a:schemeClr val="dk2"/>
              </a:solidFill>
              <a:latin typeface="Gill Sans MT"/>
            </a:endParaRPr>
          </a:p>
          <a:p>
            <a:pPr lvl="1" marL="630000" indent="-30600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800" spc="-1" strike="noStrike">
                <a:solidFill>
                  <a:schemeClr val="dk2"/>
                </a:solidFill>
                <a:latin typeface="Gill Sans MT"/>
              </a:rPr>
              <a:t>Zweite Ebene</a:t>
            </a:r>
            <a:endParaRPr b="0" lang="de-DE" sz="1800" spc="-1" strike="noStrike">
              <a:solidFill>
                <a:schemeClr val="dk2"/>
              </a:solidFill>
              <a:latin typeface="Gill Sans MT"/>
            </a:endParaRPr>
          </a:p>
          <a:p>
            <a:pPr lvl="2" marL="900000" indent="-270000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600" spc="-1" strike="noStrike">
                <a:solidFill>
                  <a:schemeClr val="dk2"/>
                </a:solidFill>
                <a:latin typeface="Gill Sans MT"/>
              </a:rPr>
              <a:t>Dritte Ebene</a:t>
            </a:r>
            <a:endParaRPr b="0" lang="de-DE" sz="1600" spc="-1" strike="noStrike">
              <a:solidFill>
                <a:schemeClr val="dk2"/>
              </a:solidFill>
              <a:latin typeface="Gill Sans MT"/>
            </a:endParaRPr>
          </a:p>
          <a:p>
            <a:pPr lvl="3" marL="1242000" indent="-234000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400" spc="-1" strike="noStrike">
                <a:solidFill>
                  <a:schemeClr val="dk2"/>
                </a:solidFill>
                <a:latin typeface="Gill Sans MT"/>
              </a:rPr>
              <a:t>Vierte Ebene</a:t>
            </a:r>
            <a:endParaRPr b="0" lang="de-DE" sz="1400" spc="-1" strike="noStrike">
              <a:solidFill>
                <a:schemeClr val="dk2"/>
              </a:solidFill>
              <a:latin typeface="Gill Sans MT"/>
            </a:endParaRPr>
          </a:p>
          <a:p>
            <a:pPr lvl="4" marL="1602000" indent="-234000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400" spc="-1" strike="noStrike">
                <a:solidFill>
                  <a:schemeClr val="dk2"/>
                </a:solidFill>
                <a:latin typeface="Gill Sans MT"/>
              </a:rPr>
              <a:t>Fünfte Ebene</a:t>
            </a:r>
            <a:endParaRPr b="0" lang="de-DE" sz="1400" spc="-1" strike="noStrike">
              <a:solidFill>
                <a:schemeClr val="dk2"/>
              </a:solidFill>
              <a:latin typeface="Gill Sans MT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 type="body"/>
          </p:nvPr>
        </p:nvSpPr>
        <p:spPr>
          <a:xfrm>
            <a:off x="5740920" y="5262120"/>
            <a:ext cx="5869800" cy="689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r" defTabSz="457200">
              <a:lnSpc>
                <a:spcPct val="100000"/>
              </a:lnSpc>
              <a:spcBef>
                <a:spcPts val="22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de-DE" sz="1100" spc="-1" strike="noStrike">
                <a:solidFill>
                  <a:schemeClr val="lt1"/>
                </a:solidFill>
                <a:latin typeface="Gill Sans MT"/>
              </a:rPr>
              <a:t>Textmasterformate bearbeiten</a:t>
            </a:r>
            <a:endParaRPr b="0" lang="de-DE" sz="1100" spc="-1" strike="noStrike">
              <a:solidFill>
                <a:schemeClr val="dk2"/>
              </a:solidFill>
              <a:latin typeface="Gill Sans MT"/>
            </a:endParaRPr>
          </a:p>
        </p:txBody>
      </p:sp>
      <p:sp>
        <p:nvSpPr>
          <p:cNvPr id="96" name="PlaceHolder 4"/>
          <p:cNvSpPr>
            <a:spLocks noGrp="1"/>
          </p:cNvSpPr>
          <p:nvPr>
            <p:ph type="dt" idx="28"/>
          </p:nvPr>
        </p:nvSpPr>
        <p:spPr>
          <a:xfrm>
            <a:off x="7606080" y="595620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de-DE" sz="900" spc="-1" strike="noStrike">
                <a:solidFill>
                  <a:schemeClr val="accent1">
                    <a:lumMod val="75000"/>
                    <a:lumOff val="25000"/>
                  </a:schemeClr>
                </a:solidFill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b="0" lang="de-DE" sz="900" spc="-1" strike="noStrike">
                <a:solidFill>
                  <a:schemeClr val="accent1">
                    <a:lumMod val="75000"/>
                    <a:lumOff val="25000"/>
                  </a:schemeClr>
                </a:solidFill>
                <a:latin typeface="Gill Sans MT"/>
              </a:rPr>
              <a:t>&lt;Datum/Uhrzeit&gt;</a:t>
            </a:r>
            <a:endParaRPr b="0" lang="de-AT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" name="PlaceHolder 5"/>
          <p:cNvSpPr>
            <a:spLocks noGrp="1"/>
          </p:cNvSpPr>
          <p:nvPr>
            <p:ph type="ftr" idx="29"/>
          </p:nvPr>
        </p:nvSpPr>
        <p:spPr>
          <a:xfrm>
            <a:off x="581040" y="5951880"/>
            <a:ext cx="69166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de-A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de-AT" sz="1400" spc="-1" strike="noStrike">
                <a:solidFill>
                  <a:srgbClr val="000000"/>
                </a:solidFill>
                <a:latin typeface="Times New Roman"/>
              </a:rPr>
              <a:t>&lt;Fußzeile&gt;</a:t>
            </a:r>
            <a:endParaRPr b="0" lang="de-A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PlaceHolder 6"/>
          <p:cNvSpPr>
            <a:spLocks noGrp="1"/>
          </p:cNvSpPr>
          <p:nvPr>
            <p:ph type="sldNum" idx="30"/>
          </p:nvPr>
        </p:nvSpPr>
        <p:spPr>
          <a:xfrm>
            <a:off x="10558440" y="5956200"/>
            <a:ext cx="10522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de-DE" sz="900" spc="-1" strike="noStrike">
                <a:solidFill>
                  <a:schemeClr val="accent1">
                    <a:lumMod val="75000"/>
                    <a:lumOff val="25000"/>
                  </a:schemeClr>
                </a:solidFill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3A9C501-DDA8-452C-BCD2-1A4B554EF92B}" type="slidenum">
              <a:rPr b="0" lang="de-DE" sz="900" spc="-1" strike="noStrike">
                <a:solidFill>
                  <a:schemeClr val="accent1">
                    <a:lumMod val="75000"/>
                    <a:lumOff val="25000"/>
                  </a:schemeClr>
                </a:solidFill>
                <a:latin typeface="Gill Sans MT"/>
              </a:rPr>
              <a:t>&lt;Foliennummer&gt;</a:t>
            </a:fld>
            <a:endParaRPr b="0" lang="de-AT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Rechteck 8"/>
          <p:cNvSpPr/>
          <p:nvPr/>
        </p:nvSpPr>
        <p:spPr>
          <a:xfrm>
            <a:off x="446400" y="457200"/>
            <a:ext cx="3702960" cy="946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>
        <p:nvSpPr>
          <p:cNvPr id="100" name="Rechteck 9"/>
          <p:cNvSpPr/>
          <p:nvPr/>
        </p:nvSpPr>
        <p:spPr>
          <a:xfrm>
            <a:off x="8042040" y="453600"/>
            <a:ext cx="3702960" cy="98280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>
        <p:nvSpPr>
          <p:cNvPr id="101" name="Rechteck 10"/>
          <p:cNvSpPr/>
          <p:nvPr/>
        </p:nvSpPr>
        <p:spPr>
          <a:xfrm>
            <a:off x="4241880" y="457200"/>
            <a:ext cx="3702960" cy="91080"/>
          </a:xfrm>
          <a:prstGeom prst="rect">
            <a:avLst/>
          </a:prstGeom>
          <a:solidFill>
            <a:schemeClr val="accent2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581040" y="4693320"/>
            <a:ext cx="1102932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457200">
              <a:lnSpc>
                <a:spcPct val="100000"/>
              </a:lnSpc>
              <a:buNone/>
            </a:pPr>
            <a:r>
              <a:rPr b="0" lang="de-DE" sz="2400" spc="-1" strike="noStrike" cap="all">
                <a:solidFill>
                  <a:schemeClr val="accent1"/>
                </a:solidFill>
                <a:latin typeface="Gill Sans MT"/>
              </a:rPr>
              <a:t>Titelmasterformat durch Klicken bearbeiten</a:t>
            </a:r>
            <a:endParaRPr b="0" lang="de-DE" sz="2400" spc="-1" strike="noStrike">
              <a:solidFill>
                <a:schemeClr val="dk1"/>
              </a:solidFill>
              <a:latin typeface="Gill Sans MT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body"/>
          </p:nvPr>
        </p:nvSpPr>
        <p:spPr>
          <a:xfrm>
            <a:off x="447840" y="599760"/>
            <a:ext cx="11290320" cy="3556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600" spc="-1" strike="noStrike">
                <a:solidFill>
                  <a:schemeClr val="dk1"/>
                </a:solidFill>
                <a:latin typeface="Gill Sans MT"/>
              </a:rPr>
              <a:t>Klicken Sie, um ein Bild hinzuzufügen.</a:t>
            </a:r>
            <a:endParaRPr b="0" lang="de-DE" sz="1600" spc="-1" strike="noStrike">
              <a:solidFill>
                <a:schemeClr val="dk2"/>
              </a:solidFill>
              <a:latin typeface="Gill Sans MT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 type="body"/>
          </p:nvPr>
        </p:nvSpPr>
        <p:spPr>
          <a:xfrm>
            <a:off x="581040" y="5259960"/>
            <a:ext cx="11029320" cy="59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de-DE" sz="1200" spc="-1" strike="noStrike">
                <a:solidFill>
                  <a:schemeClr val="dk2"/>
                </a:solidFill>
                <a:latin typeface="Gill Sans MT"/>
              </a:rPr>
              <a:t>Textmasterformate bearbeiten</a:t>
            </a:r>
            <a:endParaRPr b="0" lang="de-DE" sz="1200" spc="-1" strike="noStrike">
              <a:solidFill>
                <a:schemeClr val="dk2"/>
              </a:solidFill>
              <a:latin typeface="Gill Sans MT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 type="dt" idx="31"/>
          </p:nvPr>
        </p:nvSpPr>
        <p:spPr>
          <a:xfrm>
            <a:off x="7606080" y="595620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de-DE" sz="900" spc="-1" strike="noStrike">
                <a:solidFill>
                  <a:schemeClr val="accent2"/>
                </a:solidFill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b="0" lang="de-DE" sz="900" spc="-1" strike="noStrike">
                <a:solidFill>
                  <a:schemeClr val="accent2"/>
                </a:solidFill>
                <a:latin typeface="Gill Sans MT"/>
              </a:rPr>
              <a:t>&lt;Datum/Uhrzeit&gt;</a:t>
            </a:r>
            <a:endParaRPr b="0" lang="de-AT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" name="PlaceHolder 5"/>
          <p:cNvSpPr>
            <a:spLocks noGrp="1"/>
          </p:cNvSpPr>
          <p:nvPr>
            <p:ph type="ftr" idx="32"/>
          </p:nvPr>
        </p:nvSpPr>
        <p:spPr>
          <a:xfrm>
            <a:off x="581040" y="5951880"/>
            <a:ext cx="69166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de-A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de-AT" sz="1400" spc="-1" strike="noStrike">
                <a:solidFill>
                  <a:srgbClr val="000000"/>
                </a:solidFill>
                <a:latin typeface="Times New Roman"/>
              </a:rPr>
              <a:t>&lt;Fußzeile&gt;</a:t>
            </a:r>
            <a:endParaRPr b="0" lang="de-A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" name="PlaceHolder 6"/>
          <p:cNvSpPr>
            <a:spLocks noGrp="1"/>
          </p:cNvSpPr>
          <p:nvPr>
            <p:ph type="sldNum" idx="33"/>
          </p:nvPr>
        </p:nvSpPr>
        <p:spPr>
          <a:xfrm>
            <a:off x="10558440" y="5956200"/>
            <a:ext cx="10522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de-DE" sz="900" spc="-1" strike="noStrike">
                <a:solidFill>
                  <a:schemeClr val="accent2"/>
                </a:solidFill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546E134-4680-4575-932A-D321AE6CD524}" type="slidenum">
              <a:rPr b="0" lang="de-DE" sz="900" spc="-1" strike="noStrike">
                <a:solidFill>
                  <a:schemeClr val="accent2"/>
                </a:solidFill>
                <a:latin typeface="Gill Sans MT"/>
              </a:rPr>
              <a:t>&lt;Foliennummer&gt;</a:t>
            </a:fld>
            <a:endParaRPr b="0" lang="de-AT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Rechteck 8"/>
          <p:cNvSpPr/>
          <p:nvPr/>
        </p:nvSpPr>
        <p:spPr>
          <a:xfrm>
            <a:off x="446400" y="457200"/>
            <a:ext cx="3702960" cy="946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>
        <p:nvSpPr>
          <p:cNvPr id="109" name="Rechteck 9"/>
          <p:cNvSpPr/>
          <p:nvPr/>
        </p:nvSpPr>
        <p:spPr>
          <a:xfrm>
            <a:off x="8042040" y="453600"/>
            <a:ext cx="3702960" cy="98280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>
        <p:nvSpPr>
          <p:cNvPr id="110" name="Rechteck 10"/>
          <p:cNvSpPr/>
          <p:nvPr/>
        </p:nvSpPr>
        <p:spPr>
          <a:xfrm>
            <a:off x="4241880" y="457200"/>
            <a:ext cx="3702960" cy="91080"/>
          </a:xfrm>
          <a:prstGeom prst="rect">
            <a:avLst/>
          </a:prstGeom>
          <a:solidFill>
            <a:schemeClr val="accent2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>
        <p:nvSpPr>
          <p:cNvPr id="111" name="Rechteck 7"/>
          <p:cNvSpPr/>
          <p:nvPr/>
        </p:nvSpPr>
        <p:spPr>
          <a:xfrm>
            <a:off x="446040" y="606600"/>
            <a:ext cx="11299680" cy="125856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581040" y="729720"/>
            <a:ext cx="11029320" cy="98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0" lang="de-DE" sz="2800" spc="-1" strike="noStrike" cap="all">
                <a:solidFill>
                  <a:schemeClr val="lt1"/>
                </a:solidFill>
                <a:latin typeface="Gill Sans MT"/>
              </a:rPr>
              <a:t>Titelmasterformat durch Klicken bearbeiten</a:t>
            </a:r>
            <a:endParaRPr b="0" lang="de-DE" sz="2800" spc="-1" strike="noStrike">
              <a:solidFill>
                <a:schemeClr val="dk1"/>
              </a:solidFill>
              <a:latin typeface="Gill Sans MT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 type="body"/>
          </p:nvPr>
        </p:nvSpPr>
        <p:spPr>
          <a:xfrm>
            <a:off x="581040" y="2228040"/>
            <a:ext cx="5421960" cy="363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306000" indent="-30600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800" spc="-1" strike="noStrike">
                <a:solidFill>
                  <a:schemeClr val="dk2"/>
                </a:solidFill>
                <a:latin typeface="Gill Sans MT"/>
              </a:rPr>
              <a:t>Textmasterformate bearbeiten</a:t>
            </a:r>
            <a:endParaRPr b="0" lang="de-DE" sz="1800" spc="-1" strike="noStrike">
              <a:solidFill>
                <a:schemeClr val="dk2"/>
              </a:solidFill>
              <a:latin typeface="Gill Sans MT"/>
            </a:endParaRPr>
          </a:p>
          <a:p>
            <a:pPr lvl="1" marL="630000" indent="-306000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600" spc="-1" strike="noStrike">
                <a:solidFill>
                  <a:schemeClr val="dk2"/>
                </a:solidFill>
                <a:latin typeface="Gill Sans MT"/>
              </a:rPr>
              <a:t>Zweite Ebene</a:t>
            </a:r>
            <a:endParaRPr b="0" lang="de-DE" sz="1600" spc="-1" strike="noStrike">
              <a:solidFill>
                <a:schemeClr val="dk2"/>
              </a:solidFill>
              <a:latin typeface="Gill Sans MT"/>
            </a:endParaRPr>
          </a:p>
          <a:p>
            <a:pPr lvl="2" marL="900000" indent="-270000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400" spc="-1" strike="noStrike">
                <a:solidFill>
                  <a:schemeClr val="dk2"/>
                </a:solidFill>
                <a:latin typeface="Gill Sans MT"/>
              </a:rPr>
              <a:t>Dritte Ebene</a:t>
            </a:r>
            <a:endParaRPr b="0" lang="de-DE" sz="1400" spc="-1" strike="noStrike">
              <a:solidFill>
                <a:schemeClr val="dk2"/>
              </a:solidFill>
              <a:latin typeface="Gill Sans MT"/>
            </a:endParaRPr>
          </a:p>
          <a:p>
            <a:pPr lvl="3" marL="1242000" indent="-234000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200" spc="-1" strike="noStrike">
                <a:solidFill>
                  <a:schemeClr val="dk2"/>
                </a:solidFill>
                <a:latin typeface="Gill Sans MT"/>
              </a:rPr>
              <a:t>Vierte Ebene</a:t>
            </a:r>
            <a:endParaRPr b="0" lang="de-DE" sz="1200" spc="-1" strike="noStrike">
              <a:solidFill>
                <a:schemeClr val="dk2"/>
              </a:solidFill>
              <a:latin typeface="Gill Sans MT"/>
            </a:endParaRPr>
          </a:p>
          <a:p>
            <a:pPr lvl="4" marL="1602000" indent="-234000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200" spc="-1" strike="noStrike">
                <a:solidFill>
                  <a:schemeClr val="dk2"/>
                </a:solidFill>
                <a:latin typeface="Gill Sans MT"/>
              </a:rPr>
              <a:t>Fünfte Ebene</a:t>
            </a:r>
            <a:endParaRPr b="0" lang="de-DE" sz="1200" spc="-1" strike="noStrike">
              <a:solidFill>
                <a:schemeClr val="dk2"/>
              </a:solidFill>
              <a:latin typeface="Gill Sans MT"/>
            </a:endParaRPr>
          </a:p>
        </p:txBody>
      </p:sp>
      <p:sp>
        <p:nvSpPr>
          <p:cNvPr id="114" name="PlaceHolder 3"/>
          <p:cNvSpPr>
            <a:spLocks noGrp="1"/>
          </p:cNvSpPr>
          <p:nvPr>
            <p:ph type="body"/>
          </p:nvPr>
        </p:nvSpPr>
        <p:spPr>
          <a:xfrm>
            <a:off x="6188400" y="2228040"/>
            <a:ext cx="5421960" cy="363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306000" indent="-30600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800" spc="-1" strike="noStrike">
                <a:solidFill>
                  <a:schemeClr val="dk2"/>
                </a:solidFill>
                <a:latin typeface="Gill Sans MT"/>
              </a:rPr>
              <a:t>Textmasterformate bearbeiten</a:t>
            </a:r>
            <a:endParaRPr b="0" lang="de-DE" sz="1800" spc="-1" strike="noStrike">
              <a:solidFill>
                <a:schemeClr val="dk2"/>
              </a:solidFill>
              <a:latin typeface="Gill Sans MT"/>
            </a:endParaRPr>
          </a:p>
          <a:p>
            <a:pPr lvl="1" marL="630000" indent="-306000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600" spc="-1" strike="noStrike">
                <a:solidFill>
                  <a:schemeClr val="dk2"/>
                </a:solidFill>
                <a:latin typeface="Gill Sans MT"/>
              </a:rPr>
              <a:t>Zweite Ebene</a:t>
            </a:r>
            <a:endParaRPr b="0" lang="de-DE" sz="1600" spc="-1" strike="noStrike">
              <a:solidFill>
                <a:schemeClr val="dk2"/>
              </a:solidFill>
              <a:latin typeface="Gill Sans MT"/>
            </a:endParaRPr>
          </a:p>
          <a:p>
            <a:pPr lvl="2" marL="900000" indent="-270000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400" spc="-1" strike="noStrike">
                <a:solidFill>
                  <a:schemeClr val="dk2"/>
                </a:solidFill>
                <a:latin typeface="Gill Sans MT"/>
              </a:rPr>
              <a:t>Dritte Ebene</a:t>
            </a:r>
            <a:endParaRPr b="0" lang="de-DE" sz="1400" spc="-1" strike="noStrike">
              <a:solidFill>
                <a:schemeClr val="dk2"/>
              </a:solidFill>
              <a:latin typeface="Gill Sans MT"/>
            </a:endParaRPr>
          </a:p>
          <a:p>
            <a:pPr lvl="3" marL="1242000" indent="-234000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200" spc="-1" strike="noStrike">
                <a:solidFill>
                  <a:schemeClr val="dk2"/>
                </a:solidFill>
                <a:latin typeface="Gill Sans MT"/>
              </a:rPr>
              <a:t>Vierte Ebene</a:t>
            </a:r>
            <a:endParaRPr b="0" lang="de-DE" sz="1200" spc="-1" strike="noStrike">
              <a:solidFill>
                <a:schemeClr val="dk2"/>
              </a:solidFill>
              <a:latin typeface="Gill Sans MT"/>
            </a:endParaRPr>
          </a:p>
          <a:p>
            <a:pPr lvl="4" marL="1602000" indent="-234000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DE" sz="1200" spc="-1" strike="noStrike">
                <a:solidFill>
                  <a:schemeClr val="dk2"/>
                </a:solidFill>
                <a:latin typeface="Gill Sans MT"/>
              </a:rPr>
              <a:t>Fünfte Ebene</a:t>
            </a:r>
            <a:endParaRPr b="0" lang="de-DE" sz="1200" spc="-1" strike="noStrike">
              <a:solidFill>
                <a:schemeClr val="dk2"/>
              </a:solidFill>
              <a:latin typeface="Gill Sans MT"/>
            </a:endParaRPr>
          </a:p>
        </p:txBody>
      </p:sp>
      <p:sp>
        <p:nvSpPr>
          <p:cNvPr id="115" name="PlaceHolder 4"/>
          <p:cNvSpPr>
            <a:spLocks noGrp="1"/>
          </p:cNvSpPr>
          <p:nvPr>
            <p:ph type="dt" idx="34"/>
          </p:nvPr>
        </p:nvSpPr>
        <p:spPr>
          <a:xfrm>
            <a:off x="7606080" y="595620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de-DE" sz="900" spc="-1" strike="noStrike">
                <a:solidFill>
                  <a:schemeClr val="accent2"/>
                </a:solidFill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b="0" lang="de-DE" sz="900" spc="-1" strike="noStrike">
                <a:solidFill>
                  <a:schemeClr val="accent2"/>
                </a:solidFill>
                <a:latin typeface="Gill Sans MT"/>
              </a:rPr>
              <a:t>&lt;Datum/Uhrzeit&gt;</a:t>
            </a:r>
            <a:endParaRPr b="0" lang="de-AT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" name="PlaceHolder 5"/>
          <p:cNvSpPr>
            <a:spLocks noGrp="1"/>
          </p:cNvSpPr>
          <p:nvPr>
            <p:ph type="ftr" idx="35"/>
          </p:nvPr>
        </p:nvSpPr>
        <p:spPr>
          <a:xfrm>
            <a:off x="581040" y="5951880"/>
            <a:ext cx="69166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de-A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de-AT" sz="1400" spc="-1" strike="noStrike">
                <a:solidFill>
                  <a:srgbClr val="000000"/>
                </a:solidFill>
                <a:latin typeface="Times New Roman"/>
              </a:rPr>
              <a:t>&lt;Fußzeile&gt;</a:t>
            </a:r>
            <a:endParaRPr b="0" lang="de-A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" name="PlaceHolder 6"/>
          <p:cNvSpPr>
            <a:spLocks noGrp="1"/>
          </p:cNvSpPr>
          <p:nvPr>
            <p:ph type="sldNum" idx="36"/>
          </p:nvPr>
        </p:nvSpPr>
        <p:spPr>
          <a:xfrm>
            <a:off x="10558440" y="5956200"/>
            <a:ext cx="10522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de-DE" sz="900" spc="-1" strike="noStrike">
                <a:solidFill>
                  <a:schemeClr val="accent2"/>
                </a:solidFill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F702C64-2F42-4B9B-9323-1E5F471151D8}" type="slidenum">
              <a:rPr b="0" lang="de-DE" sz="900" spc="-1" strike="noStrike">
                <a:solidFill>
                  <a:schemeClr val="accent2"/>
                </a:solidFill>
                <a:latin typeface="Gill Sans MT"/>
              </a:rPr>
              <a:t>&lt;Foliennummer&gt;</a:t>
            </a:fld>
            <a:endParaRPr b="0" lang="de-AT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diagramData" Target="../diagrams/data1.xml"/><Relationship Id="rId3" Type="http://schemas.openxmlformats.org/officeDocument/2006/relationships/diagramLayout" Target="../diagrams/layout1.xml"/><Relationship Id="rId4" Type="http://schemas.openxmlformats.org/officeDocument/2006/relationships/diagramQuickStyle" Target="../diagrams/quickStyle1.xml"/><Relationship Id="rId5" Type="http://schemas.openxmlformats.org/officeDocument/2006/relationships/diagramColors" Target="../diagrams/colors1.xml"/><Relationship Id="rId6" Type="http://schemas.microsoft.com/office/2007/relationships/diagramDrawing" Target="../diagrams/drawing1.xml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7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sv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svg"/><Relationship Id="rId3" Type="http://schemas.openxmlformats.org/officeDocument/2006/relationships/image" Target="../media/image12.png"/><Relationship Id="rId4" Type="http://schemas.openxmlformats.org/officeDocument/2006/relationships/image" Target="../media/image13.svg"/><Relationship Id="rId5" Type="http://schemas.openxmlformats.org/officeDocument/2006/relationships/slideLayout" Target="../slideLayouts/slideLayout12.xml"/><Relationship Id="rId6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svg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7" name="Rechteck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de-DE" sz="1800" spc="-1" strike="noStrike">
              <a:solidFill>
                <a:schemeClr val="lt1"/>
              </a:solidFill>
              <a:latin typeface="Gill Sans MT"/>
            </a:endParaRPr>
          </a:p>
        </p:txBody>
      </p:sp>
      <p:pic>
        <p:nvPicPr>
          <p:cNvPr id="128" name="Bild 6" descr="Digitale Verbindungen"/>
          <p:cNvPicPr/>
          <p:nvPr/>
        </p:nvPicPr>
        <p:blipFill>
          <a:blip r:embed="rId1"/>
          <a:srcRect l="13264" t="9092" r="3501" b="0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ln w="0">
            <a:noFill/>
          </a:ln>
        </p:spPr>
      </p:pic>
      <p:grpSp>
        <p:nvGrpSpPr>
          <p:cNvPr id="129" name="Gruppe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46400" y="453600"/>
            <a:ext cx="11298600" cy="98280"/>
            <a:chOff x="446400" y="453600"/>
            <a:chExt cx="11298600" cy="98280"/>
          </a:xfrm>
        </p:grpSpPr>
        <p:sp>
          <p:nvSpPr>
            <p:cNvPr id="130" name="Rechteck 1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46400" y="457200"/>
              <a:ext cx="3702960" cy="9468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5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de-AT" sz="1800" spc="-1" strike="noStrike">
                <a:solidFill>
                  <a:schemeClr val="lt1"/>
                </a:solidFill>
                <a:latin typeface="Gill Sans MT"/>
              </a:endParaRPr>
            </a:p>
          </p:txBody>
        </p:sp>
        <p:sp>
          <p:nvSpPr>
            <p:cNvPr id="131" name="Rechteck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042040" y="453600"/>
              <a:ext cx="3702960" cy="9828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5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de-AT" sz="1800" spc="-1" strike="noStrike">
                <a:solidFill>
                  <a:schemeClr val="lt1"/>
                </a:solidFill>
                <a:latin typeface="Gill Sans MT"/>
              </a:endParaRPr>
            </a:p>
          </p:txBody>
        </p:sp>
        <p:sp>
          <p:nvSpPr>
            <p:cNvPr id="132" name="Rechteck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241880" y="457200"/>
              <a:ext cx="3702960" cy="9108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5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de-AT" sz="1800" spc="-1" strike="noStrike">
                <a:solidFill>
                  <a:schemeClr val="lt1"/>
                </a:solidFill>
                <a:latin typeface="Gill Sans MT"/>
              </a:endParaRPr>
            </a:p>
          </p:txBody>
        </p:sp>
      </p:grpSp>
      <p:sp>
        <p:nvSpPr>
          <p:cNvPr id="133" name="Rechteck 2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8560" y="4428000"/>
            <a:ext cx="11260440" cy="1962000"/>
          </a:xfrm>
          <a:prstGeom prst="rect">
            <a:avLst/>
          </a:prstGeom>
          <a:solidFill>
            <a:schemeClr val="accent1">
              <a:alpha val="97000"/>
            </a:schemeClr>
          </a:solidFill>
          <a:ln w="6350"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581040" y="4572000"/>
            <a:ext cx="10993320" cy="89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0" lang="de-DE" sz="5000" spc="-1" strike="noStrike" cap="all">
                <a:solidFill>
                  <a:schemeClr val="lt1"/>
                </a:solidFill>
                <a:latin typeface="Gill Sans MT"/>
              </a:rPr>
              <a:t>Sparsity von E-Commerce Daten</a:t>
            </a:r>
            <a:endParaRPr b="0" lang="de-DE" sz="5000" spc="-1" strike="noStrike">
              <a:solidFill>
                <a:schemeClr val="dk1"/>
              </a:solidFill>
              <a:latin typeface="Gill Sans MT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 type="subTitle"/>
          </p:nvPr>
        </p:nvSpPr>
        <p:spPr>
          <a:xfrm>
            <a:off x="581040" y="5467320"/>
            <a:ext cx="10993320" cy="484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de-DE" sz="1600" spc="-1" strike="noStrike" cap="all">
                <a:solidFill>
                  <a:srgbClr val="7cebff"/>
                </a:solidFill>
                <a:latin typeface="Gill Sans MT"/>
              </a:rPr>
              <a:t>Martin Wiesinger, Christian Zanotti, David Ottino</a:t>
            </a:r>
            <a:endParaRPr b="0" lang="de-AT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581040" y="729720"/>
            <a:ext cx="11029320" cy="98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0" lang="de-DE" sz="2800" spc="-1" strike="noStrike" cap="all">
                <a:solidFill>
                  <a:schemeClr val="lt1"/>
                </a:solidFill>
                <a:latin typeface="Gill Sans MT"/>
              </a:rPr>
              <a:t>Verwendete Technologien</a:t>
            </a:r>
            <a:endParaRPr b="0" lang="de-DE" sz="2800" spc="-1" strike="noStrike">
              <a:solidFill>
                <a:schemeClr val="dk1"/>
              </a:solidFill>
              <a:latin typeface="Gill Sans MT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/>
          </p:nvPr>
        </p:nvSpPr>
        <p:spPr>
          <a:xfrm>
            <a:off x="581040" y="2228040"/>
            <a:ext cx="11029320" cy="363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marL="305280" indent="-305280" defTabSz="457200">
              <a:lnSpc>
                <a:spcPct val="100000"/>
              </a:lnSpc>
              <a:spcBef>
                <a:spcPts val="479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AT" sz="2400" spc="-1" strike="noStrike">
                <a:solidFill>
                  <a:schemeClr val="dk2"/>
                </a:solidFill>
                <a:latin typeface="Gill Sans MT"/>
              </a:rPr>
              <a:t>Auswahl von </a:t>
            </a:r>
            <a:r>
              <a:rPr b="1" lang="de-AT" sz="2400" spc="-1" strike="noStrike">
                <a:solidFill>
                  <a:schemeClr val="dk2"/>
                </a:solidFill>
                <a:latin typeface="Gill Sans MT"/>
              </a:rPr>
              <a:t>PostgreSQL</a:t>
            </a:r>
            <a:r>
              <a:rPr b="0" lang="de-AT" sz="2400" spc="-1" strike="noStrike">
                <a:solidFill>
                  <a:schemeClr val="dk2"/>
                </a:solidFill>
                <a:latin typeface="Gill Sans MT"/>
              </a:rPr>
              <a:t> (mit DBeaver) als DBMS.</a:t>
            </a:r>
            <a:endParaRPr b="0" lang="de-DE" sz="2400" spc="-1" strike="noStrike">
              <a:solidFill>
                <a:schemeClr val="dk2"/>
              </a:solidFill>
              <a:latin typeface="Gill Sans MT"/>
            </a:endParaRPr>
          </a:p>
          <a:p>
            <a:pPr marL="305280" indent="-305280" defTabSz="457200">
              <a:lnSpc>
                <a:spcPct val="100000"/>
              </a:lnSpc>
              <a:spcBef>
                <a:spcPts val="479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AT" sz="2400" spc="-1" strike="noStrike">
                <a:solidFill>
                  <a:schemeClr val="dk2"/>
                </a:solidFill>
                <a:latin typeface="Gill Sans MT"/>
              </a:rPr>
              <a:t>Auswahl von </a:t>
            </a:r>
            <a:r>
              <a:rPr b="1" lang="de-AT" sz="2400" spc="-1" strike="noStrike">
                <a:solidFill>
                  <a:schemeClr val="dk2"/>
                </a:solidFill>
                <a:latin typeface="Gill Sans MT"/>
              </a:rPr>
              <a:t>Python</a:t>
            </a:r>
            <a:r>
              <a:rPr b="0" lang="de-AT" sz="2400" spc="-1" strike="noStrike">
                <a:solidFill>
                  <a:schemeClr val="dk2"/>
                </a:solidFill>
                <a:latin typeface="Gill Sans MT"/>
              </a:rPr>
              <a:t> als backend Anfragesprache.</a:t>
            </a:r>
            <a:endParaRPr b="0" lang="de-DE" sz="2400" spc="-1" strike="noStrike">
              <a:solidFill>
                <a:schemeClr val="dk2"/>
              </a:solidFill>
              <a:latin typeface="Gill Sans MT"/>
            </a:endParaRPr>
          </a:p>
          <a:p>
            <a:pPr marL="305280" indent="-305280" defTabSz="457200">
              <a:lnSpc>
                <a:spcPct val="100000"/>
              </a:lnSpc>
              <a:spcBef>
                <a:spcPts val="479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AT" sz="2400" spc="-1" strike="noStrike">
                <a:solidFill>
                  <a:schemeClr val="dk2"/>
                </a:solidFill>
                <a:latin typeface="Gill Sans MT"/>
              </a:rPr>
              <a:t>Public </a:t>
            </a:r>
            <a:r>
              <a:rPr b="1" lang="de-AT" sz="2400" spc="-1" strike="noStrike">
                <a:solidFill>
                  <a:schemeClr val="dk2"/>
                </a:solidFill>
                <a:latin typeface="Gill Sans MT"/>
              </a:rPr>
              <a:t>GitHub Repo</a:t>
            </a:r>
            <a:r>
              <a:rPr b="0" lang="de-AT" sz="2400" spc="-1" strike="noStrike">
                <a:solidFill>
                  <a:schemeClr val="dk2"/>
                </a:solidFill>
                <a:latin typeface="Gill Sans MT"/>
              </a:rPr>
              <a:t> zur bearbeitung und abgabe de Projekts.</a:t>
            </a:r>
            <a:endParaRPr b="0" lang="de-DE" sz="2400" spc="-1" strike="noStrike">
              <a:solidFill>
                <a:schemeClr val="dk2"/>
              </a:solidFill>
              <a:latin typeface="Gill Sans M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581040" y="729720"/>
            <a:ext cx="11029320" cy="98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0" lang="de-DE" sz="2800" spc="-1" strike="noStrike" cap="all">
                <a:solidFill>
                  <a:schemeClr val="lt1"/>
                </a:solidFill>
                <a:latin typeface="Gill Sans MT"/>
              </a:rPr>
              <a:t>Legen der Basis</a:t>
            </a:r>
            <a:endParaRPr b="0" lang="de-DE" sz="2800" spc="-1" strike="noStrike">
              <a:solidFill>
                <a:schemeClr val="dk1"/>
              </a:solidFill>
              <a:latin typeface="Gill Sans MT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/>
          </p:nvPr>
        </p:nvSpPr>
        <p:spPr>
          <a:xfrm>
            <a:off x="581040" y="2228040"/>
            <a:ext cx="8802720" cy="363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marL="305280" indent="-305280" defTabSz="457200">
              <a:lnSpc>
                <a:spcPct val="100000"/>
              </a:lnSpc>
              <a:spcBef>
                <a:spcPts val="479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AT" sz="2400" spc="-1" strike="noStrike">
                <a:solidFill>
                  <a:schemeClr val="dk2"/>
                </a:solidFill>
                <a:latin typeface="Gill Sans MT"/>
              </a:rPr>
              <a:t>Verwendung von lib. </a:t>
            </a:r>
            <a:r>
              <a:rPr b="1" lang="de-AT" sz="2400" spc="-1" strike="noStrike">
                <a:solidFill>
                  <a:schemeClr val="dk2"/>
                </a:solidFill>
                <a:latin typeface="Gill Sans MT"/>
              </a:rPr>
              <a:t>psycopg </a:t>
            </a:r>
            <a:r>
              <a:rPr b="0" lang="de-AT" sz="2400" spc="-1" strike="noStrike">
                <a:solidFill>
                  <a:schemeClr val="dk2"/>
                </a:solidFill>
                <a:latin typeface="Gill Sans MT"/>
              </a:rPr>
              <a:t>und </a:t>
            </a:r>
            <a:r>
              <a:rPr b="1" lang="de-AT" sz="2400" spc="-1" strike="noStrike">
                <a:solidFill>
                  <a:schemeClr val="dk2"/>
                </a:solidFill>
                <a:latin typeface="Gill Sans MT"/>
              </a:rPr>
              <a:t>dotenv </a:t>
            </a:r>
            <a:r>
              <a:rPr b="0" lang="en-US" sz="2400" spc="-1" strike="noStrike">
                <a:solidFill>
                  <a:schemeClr val="dk2"/>
                </a:solidFill>
                <a:latin typeface="Gill Sans MT"/>
              </a:rPr>
              <a:t>zum Verbindungsaufbau.</a:t>
            </a:r>
            <a:endParaRPr b="0" lang="de-DE" sz="2400" spc="-1" strike="noStrike">
              <a:solidFill>
                <a:schemeClr val="dk2"/>
              </a:solidFill>
              <a:latin typeface="Gill Sans MT"/>
            </a:endParaRPr>
          </a:p>
          <a:p>
            <a:pPr marL="305280" indent="-305280" defTabSz="457200">
              <a:lnSpc>
                <a:spcPct val="100000"/>
              </a:lnSpc>
              <a:spcBef>
                <a:spcPts val="479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en-US" sz="2400" spc="-1" strike="noStrike">
                <a:solidFill>
                  <a:schemeClr val="dk2"/>
                </a:solidFill>
                <a:latin typeface="Gill Sans MT"/>
              </a:rPr>
              <a:t>Erstellung von unabhängigen, test-daten-scripts wie </a:t>
            </a:r>
            <a:r>
              <a:rPr b="1" lang="en-US" sz="2400" spc="-1" strike="noStrike">
                <a:solidFill>
                  <a:schemeClr val="dk2"/>
                </a:solidFill>
                <a:latin typeface="Gill Sans MT"/>
              </a:rPr>
              <a:t>toy_setup </a:t>
            </a:r>
            <a:r>
              <a:rPr b="0" lang="en-US" sz="2400" spc="-1" strike="noStrike">
                <a:solidFill>
                  <a:schemeClr val="dk2"/>
                </a:solidFill>
                <a:latin typeface="Gill Sans MT"/>
              </a:rPr>
              <a:t>und </a:t>
            </a:r>
            <a:r>
              <a:rPr b="1" lang="en-US" sz="2400" spc="-1" strike="noStrike">
                <a:solidFill>
                  <a:schemeClr val="dk2"/>
                </a:solidFill>
                <a:latin typeface="Gill Sans MT"/>
              </a:rPr>
              <a:t>generate</a:t>
            </a:r>
            <a:r>
              <a:rPr b="0" lang="en-US" sz="2400" spc="-1" strike="noStrike">
                <a:solidFill>
                  <a:schemeClr val="dk2"/>
                </a:solidFill>
                <a:latin typeface="Gill Sans MT"/>
              </a:rPr>
              <a:t>.</a:t>
            </a:r>
            <a:endParaRPr b="0" lang="de-DE" sz="2400" spc="-1" strike="noStrike">
              <a:solidFill>
                <a:schemeClr val="dk2"/>
              </a:solidFill>
              <a:latin typeface="Gill Sans MT"/>
            </a:endParaRPr>
          </a:p>
          <a:p>
            <a:pPr marL="305280" indent="-305280" defTabSz="457200">
              <a:lnSpc>
                <a:spcPct val="100000"/>
              </a:lnSpc>
              <a:spcBef>
                <a:spcPts val="479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en-US" sz="2400" spc="-1" strike="noStrike">
                <a:solidFill>
                  <a:schemeClr val="dk2"/>
                </a:solidFill>
                <a:latin typeface="Gill Sans MT"/>
              </a:rPr>
              <a:t>Erstellen von </a:t>
            </a:r>
            <a:r>
              <a:rPr b="1" lang="en-US" sz="2400" spc="-1" strike="noStrike">
                <a:solidFill>
                  <a:schemeClr val="dk2"/>
                </a:solidFill>
                <a:latin typeface="Gill Sans MT"/>
              </a:rPr>
              <a:t>H2V </a:t>
            </a:r>
            <a:r>
              <a:rPr b="0" lang="en-US" sz="2400" spc="-1" strike="noStrike">
                <a:solidFill>
                  <a:schemeClr val="dk2"/>
                </a:solidFill>
                <a:latin typeface="Gill Sans MT"/>
              </a:rPr>
              <a:t>und </a:t>
            </a:r>
            <a:r>
              <a:rPr b="1" lang="en-US" sz="2400" spc="-1" strike="noStrike">
                <a:solidFill>
                  <a:schemeClr val="dk2"/>
                </a:solidFill>
                <a:latin typeface="Gill Sans MT"/>
              </a:rPr>
              <a:t>V2H</a:t>
            </a:r>
            <a:r>
              <a:rPr b="0" lang="en-US" sz="2400" spc="-1" strike="noStrike">
                <a:solidFill>
                  <a:schemeClr val="dk2"/>
                </a:solidFill>
                <a:latin typeface="Gill Sans MT"/>
              </a:rPr>
              <a:t>, sowie eines </a:t>
            </a:r>
            <a:r>
              <a:rPr b="1" lang="en-US" sz="2400" spc="-1" strike="noStrike">
                <a:solidFill>
                  <a:schemeClr val="dk2"/>
                </a:solidFill>
                <a:latin typeface="Gill Sans MT"/>
              </a:rPr>
              <a:t>client-side proxy.</a:t>
            </a:r>
            <a:endParaRPr b="0" lang="de-DE" sz="2400" spc="-1" strike="noStrike">
              <a:solidFill>
                <a:schemeClr val="dk2"/>
              </a:solidFill>
              <a:latin typeface="Gill Sans M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0" name="Rechteck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de-DE" sz="1800" spc="-1" strike="noStrike">
              <a:solidFill>
                <a:schemeClr val="lt1"/>
              </a:solidFill>
              <a:latin typeface="Gill Sans MT"/>
            </a:endParaRPr>
          </a:p>
        </p:txBody>
      </p:sp>
      <p:pic>
        <p:nvPicPr>
          <p:cNvPr id="141" name="Inhaltsplatzhalter 4" descr="Digitale Zahlen"/>
          <p:cNvPicPr/>
          <p:nvPr/>
        </p:nvPicPr>
        <p:blipFill>
          <a:blip r:embed="rId1"/>
          <a:srcRect l="0" t="10681" r="9090" b="12712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ln w="0">
            <a:noFill/>
          </a:ln>
        </p:spPr>
      </p:pic>
      <p:grpSp>
        <p:nvGrpSpPr>
          <p:cNvPr id="142" name="Gruppe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38120" y="457200"/>
            <a:ext cx="7506720" cy="5934960"/>
            <a:chOff x="438120" y="457200"/>
            <a:chExt cx="7506720" cy="5934960"/>
          </a:xfrm>
        </p:grpSpPr>
        <p:sp>
          <p:nvSpPr>
            <p:cNvPr id="143" name="Rechteck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38120" y="618120"/>
              <a:ext cx="7503480" cy="5774040"/>
            </a:xfrm>
            <a:prstGeom prst="rect">
              <a:avLst/>
            </a:prstGeom>
            <a:solidFill>
              <a:schemeClr val="accent1">
                <a:alpha val="97000"/>
              </a:schemeClr>
            </a:solidFill>
            <a:ln w="6350">
              <a:noFill/>
            </a:ln>
            <a:effectLst>
              <a:outerShdw blurRad="38160" dir="5400000" dist="25560" rotWithShape="0">
                <a:srgbClr val="000000">
                  <a:alpha val="5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de-AT" sz="1800" spc="-1" strike="noStrike">
                <a:solidFill>
                  <a:schemeClr val="lt1"/>
                </a:solidFill>
                <a:latin typeface="Gill Sans MT"/>
              </a:endParaRPr>
            </a:p>
          </p:txBody>
        </p:sp>
        <p:sp>
          <p:nvSpPr>
            <p:cNvPr id="144" name="Rechteck 1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38120" y="457200"/>
              <a:ext cx="3702960" cy="9468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5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de-AT" sz="1800" spc="-1" strike="noStrike">
                <a:solidFill>
                  <a:schemeClr val="lt1"/>
                </a:solidFill>
                <a:latin typeface="Gill Sans MT"/>
              </a:endParaRPr>
            </a:p>
          </p:txBody>
        </p:sp>
        <p:sp>
          <p:nvSpPr>
            <p:cNvPr id="145" name="Rechteck 1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241880" y="457200"/>
              <a:ext cx="3702960" cy="9108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5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de-AT" sz="1800" spc="-1" strike="noStrike">
                <a:solidFill>
                  <a:schemeClr val="lt1"/>
                </a:solidFill>
                <a:latin typeface="Gill Sans MT"/>
              </a:endParaRPr>
            </a:p>
          </p:txBody>
        </p:sp>
      </p:grpSp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584280" y="1006920"/>
            <a:ext cx="7213320" cy="1121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de-DE" sz="2800" spc="-1" strike="noStrike" cap="all">
                <a:solidFill>
                  <a:schemeClr val="lt1"/>
                </a:solidFill>
                <a:latin typeface="Gill Sans MT"/>
              </a:rPr>
              <a:t>Zeitplanung</a:t>
            </a:r>
            <a:endParaRPr b="0" lang="de-DE" sz="2800" spc="-1" strike="noStrike">
              <a:solidFill>
                <a:schemeClr val="dk1"/>
              </a:solidFill>
              <a:latin typeface="Gill Sans MT"/>
            </a:endParaRPr>
          </a:p>
        </p:txBody>
      </p:sp>
      <p:graphicFrame>
        <p:nvGraphicFramePr>
          <p:cNvPr id="1" name="Diagram1"/>
          <p:cNvGraphicFramePr/>
          <p:nvPr>
            <p:extLst>
              <p:ext uri="{D42A27DB-BD31-4B8C-83A1-F6EECF244321}">
                <p14:modId xmlns:p14="http://schemas.microsoft.com/office/powerpoint/2010/main" val="2203793250"/>
              </p:ext>
            </p:extLst>
          </p:nvPr>
        </p:nvGraphicFramePr>
        <p:xfrm>
          <a:off x="719640" y="2198160"/>
          <a:ext cx="6854040" cy="35636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Content Placeholder 9" descr="A screen shot of a computer program&#10;&#10;AI-generated content may be incorrect."/>
          <p:cNvPicPr/>
          <p:nvPr/>
        </p:nvPicPr>
        <p:blipFill>
          <a:blip r:embed="rId1"/>
          <a:srcRect l="0" t="0" r="19422" b="0"/>
          <a:stretch/>
        </p:blipFill>
        <p:spPr>
          <a:xfrm>
            <a:off x="446400" y="723960"/>
            <a:ext cx="7498080" cy="5676480"/>
          </a:xfrm>
          <a:prstGeom prst="rect">
            <a:avLst/>
          </a:prstGeom>
          <a:ln w="0">
            <a:noFill/>
          </a:ln>
        </p:spPr>
      </p:pic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8296200" y="1419120"/>
            <a:ext cx="3081240" cy="208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457200">
              <a:lnSpc>
                <a:spcPct val="90000"/>
              </a:lnSpc>
              <a:buNone/>
            </a:pPr>
            <a:r>
              <a:rPr b="0" lang="en-US" sz="2300" spc="-1" strike="noStrike" cap="all">
                <a:solidFill>
                  <a:srgbClr val="ffffff"/>
                </a:solidFill>
                <a:latin typeface="Gill Sans MT"/>
              </a:rPr>
              <a:t>Proxy - Gros der Implementiereung</a:t>
            </a:r>
            <a:endParaRPr b="0" lang="de-DE" sz="2300" spc="-1" strike="noStrike">
              <a:solidFill>
                <a:schemeClr val="dk1"/>
              </a:solidFill>
              <a:latin typeface="Gill Sans M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" name="Content Placeholder 4" descr="A computer screen shot of text&#10;&#10;AI-generated content may be incorrect."/>
          <p:cNvPicPr/>
          <p:nvPr/>
        </p:nvPicPr>
        <p:blipFill>
          <a:blip r:embed="rId1"/>
          <a:srcRect l="5069" t="-992" r="28318" b="960"/>
          <a:stretch/>
        </p:blipFill>
        <p:spPr>
          <a:xfrm>
            <a:off x="446400" y="723960"/>
            <a:ext cx="7487640" cy="5678280"/>
          </a:xfrm>
          <a:prstGeom prst="rect">
            <a:avLst/>
          </a:prstGeom>
          <a:ln w="0">
            <a:noFill/>
          </a:ln>
        </p:spPr>
      </p:pic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8296200" y="1419120"/>
            <a:ext cx="3081240" cy="208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457200">
              <a:lnSpc>
                <a:spcPct val="90000"/>
              </a:lnSpc>
              <a:buNone/>
            </a:pPr>
            <a:r>
              <a:rPr b="0" lang="en-US" sz="2300" spc="-1" strike="noStrike" cap="all">
                <a:solidFill>
                  <a:srgbClr val="ffffff"/>
                </a:solidFill>
                <a:latin typeface="Gill Sans MT"/>
              </a:rPr>
              <a:t>Proxy - CAVEAT</a:t>
            </a:r>
            <a:endParaRPr b="0" lang="de-DE" sz="2300" spc="-1" strike="noStrike">
              <a:solidFill>
                <a:schemeClr val="dk1"/>
              </a:solidFill>
              <a:latin typeface="Gill Sans M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581040" y="729720"/>
            <a:ext cx="11029320" cy="98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0" lang="de-DE" sz="2800" spc="-1" strike="noStrike" cap="all">
                <a:solidFill>
                  <a:schemeClr val="lt1"/>
                </a:solidFill>
                <a:latin typeface="Gill Sans MT"/>
              </a:rPr>
              <a:t>API</a:t>
            </a:r>
            <a:endParaRPr b="0" lang="de-DE" sz="2800" spc="-1" strike="noStrike">
              <a:solidFill>
                <a:schemeClr val="dk1"/>
              </a:solidFill>
              <a:latin typeface="Gill Sans MT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581040" y="1907280"/>
            <a:ext cx="11029320" cy="438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306000" indent="-30600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AT" sz="1800" spc="-1" strike="noStrike">
                <a:solidFill>
                  <a:schemeClr val="dk2"/>
                </a:solidFill>
                <a:latin typeface="Gill Sans MT"/>
              </a:rPr>
              <a:t>Vertikale Daten wurden über riesige View mit vielen Left Joins wieder zusammengefügt</a:t>
            </a:r>
            <a:endParaRPr b="0" lang="de-DE" sz="1800" spc="-1" strike="noStrike">
              <a:solidFill>
                <a:schemeClr val="dk2"/>
              </a:solidFill>
              <a:latin typeface="Gill Sans MT"/>
            </a:endParaRPr>
          </a:p>
          <a:p>
            <a:pPr marL="306000" indent="-30600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AT" sz="1800" spc="-1" strike="noStrike">
                <a:solidFill>
                  <a:schemeClr val="dk2"/>
                </a:solidFill>
                <a:latin typeface="Gill Sans MT"/>
              </a:rPr>
              <a:t>Statt statischer Tabelle Nutzung von prozeduralen Funktionen im DBMS</a:t>
            </a:r>
            <a:endParaRPr b="0" lang="de-DE" sz="1800" spc="-1" strike="noStrike">
              <a:solidFill>
                <a:schemeClr val="dk2"/>
              </a:solidFill>
              <a:latin typeface="Gill Sans MT"/>
            </a:endParaRPr>
          </a:p>
          <a:p>
            <a:pPr marL="306000" indent="-30600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AT" sz="1800" spc="-1" strike="noStrike">
                <a:solidFill>
                  <a:schemeClr val="dk2"/>
                </a:solidFill>
                <a:latin typeface="Gill Sans MT"/>
              </a:rPr>
              <a:t>Funktionen werden dynamisch für jeweiliges Datenbankschema generiert</a:t>
            </a:r>
            <a:endParaRPr b="0" lang="de-DE" sz="1800" spc="-1" strike="noStrike">
              <a:solidFill>
                <a:schemeClr val="dk2"/>
              </a:solidFill>
              <a:latin typeface="Gill Sans MT"/>
            </a:endParaRPr>
          </a:p>
          <a:p>
            <a:pPr marL="306000" indent="-30600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AT" sz="1800" spc="-1" strike="noStrike">
                <a:solidFill>
                  <a:schemeClr val="dk2"/>
                </a:solidFill>
                <a:latin typeface="Gill Sans MT"/>
              </a:rPr>
              <a:t>q_i:</a:t>
            </a:r>
            <a:endParaRPr b="0" lang="de-DE" sz="1800" spc="-1" strike="noStrike">
              <a:solidFill>
                <a:schemeClr val="dk2"/>
              </a:solidFill>
              <a:latin typeface="Gill Sans MT"/>
            </a:endParaRPr>
          </a:p>
          <a:p>
            <a:pPr lvl="1" marL="630000" indent="-306000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AT" sz="1600" spc="-1" strike="noStrike">
                <a:solidFill>
                  <a:schemeClr val="dk2"/>
                </a:solidFill>
                <a:latin typeface="Gill Sans MT"/>
              </a:rPr>
              <a:t>Sammeln aller Attribute aus vertikalen Views</a:t>
            </a:r>
            <a:endParaRPr b="0" lang="de-DE" sz="1600" spc="-1" strike="noStrike">
              <a:solidFill>
                <a:schemeClr val="dk2"/>
              </a:solidFill>
              <a:latin typeface="Gill Sans MT"/>
            </a:endParaRPr>
          </a:p>
          <a:p>
            <a:pPr lvl="1" marL="630000" indent="-306000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AT" sz="1600" spc="-1" strike="noStrike">
                <a:solidFill>
                  <a:schemeClr val="dk2"/>
                </a:solidFill>
                <a:latin typeface="Gill Sans MT"/>
              </a:rPr>
              <a:t>Generierung einer Unterabfrage für jede Spalte</a:t>
            </a:r>
            <a:endParaRPr b="0" lang="de-DE" sz="1600" spc="-1" strike="noStrike">
              <a:solidFill>
                <a:schemeClr val="dk2"/>
              </a:solidFill>
              <a:latin typeface="Gill Sans MT"/>
            </a:endParaRPr>
          </a:p>
          <a:p>
            <a:pPr lvl="1" marL="630000" indent="-306000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AT" sz="1600" spc="-1" strike="noStrike">
                <a:solidFill>
                  <a:schemeClr val="dk2"/>
                </a:solidFill>
                <a:latin typeface="Gill Sans MT"/>
              </a:rPr>
              <a:t>Horizontale Rekonstruktion durch RETURNS TABLE</a:t>
            </a:r>
            <a:endParaRPr b="0" lang="de-DE" sz="1600" spc="-1" strike="noStrike">
              <a:solidFill>
                <a:schemeClr val="dk2"/>
              </a:solidFill>
              <a:latin typeface="Gill Sans MT"/>
            </a:endParaRPr>
          </a:p>
          <a:p>
            <a:pPr marL="306000" indent="-30600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AT" sz="1800" spc="-1" strike="noStrike">
                <a:solidFill>
                  <a:schemeClr val="dk2"/>
                </a:solidFill>
                <a:latin typeface="Gill Sans MT"/>
              </a:rPr>
              <a:t>q_ii:</a:t>
            </a:r>
            <a:endParaRPr b="0" lang="de-DE" sz="1800" spc="-1" strike="noStrike">
              <a:solidFill>
                <a:schemeClr val="dk2"/>
              </a:solidFill>
              <a:latin typeface="Gill Sans MT"/>
            </a:endParaRPr>
          </a:p>
          <a:p>
            <a:pPr lvl="1" marL="630000" indent="-306000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AT" sz="1600" spc="-1" strike="noStrike">
                <a:solidFill>
                  <a:schemeClr val="dk2"/>
                </a:solidFill>
                <a:latin typeface="Gill Sans MT"/>
              </a:rPr>
              <a:t>Beide Partitionen werden nach Attribut und Wert mit Index durchsucht</a:t>
            </a:r>
            <a:endParaRPr b="0" lang="de-DE" sz="1600" spc="-1" strike="noStrike">
              <a:solidFill>
                <a:schemeClr val="dk2"/>
              </a:solidFill>
              <a:latin typeface="Gill Sans MT"/>
            </a:endParaRPr>
          </a:p>
          <a:p>
            <a:pPr lvl="1" marL="630000" indent="-306000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b="0" lang="de-AT" sz="1600" spc="-1" strike="noStrike">
                <a:solidFill>
                  <a:schemeClr val="dk2"/>
                </a:solidFill>
                <a:latin typeface="Gill Sans MT"/>
              </a:rPr>
              <a:t>Ergebnisse werden über UNION zusammengefügt</a:t>
            </a:r>
            <a:endParaRPr b="0" lang="de-DE" sz="1600" spc="-1" strike="noStrike">
              <a:solidFill>
                <a:schemeClr val="dk2"/>
              </a:solidFill>
              <a:latin typeface="Gill Sans M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6400" y="457200"/>
            <a:ext cx="3702960" cy="946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>
        <p:nvSpPr>
          <p:cNvPr id="154" name="Rectangl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042040" y="453600"/>
            <a:ext cx="3702960" cy="98280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>
        <p:nvSpPr>
          <p:cNvPr id="155" name="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241880" y="457200"/>
            <a:ext cx="3702960" cy="91080"/>
          </a:xfrm>
          <a:prstGeom prst="rect">
            <a:avLst/>
          </a:prstGeom>
          <a:solidFill>
            <a:schemeClr val="accent2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>
        <p:nvSpPr>
          <p:cNvPr id="156" name="Rectangle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6400" y="3085920"/>
            <a:ext cx="11262600" cy="3304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 useBgFill="1">
        <p:nvSpPr>
          <p:cNvPr id="157" name="Rectangle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Gill Sans MT"/>
            </a:endParaRPr>
          </a:p>
        </p:txBody>
      </p:sp>
      <p:pic>
        <p:nvPicPr>
          <p:cNvPr id="158" name="Inhaltsplatzhalter 6" descr=""/>
          <p:cNvPicPr/>
          <p:nvPr/>
        </p:nvPicPr>
        <p:blipFill>
          <a:blip r:embed="rId1"/>
          <a:srcRect l="0" t="0" r="3904" b="0"/>
          <a:stretch/>
        </p:blipFill>
        <p:spPr>
          <a:xfrm>
            <a:off x="446400" y="723960"/>
            <a:ext cx="7498080" cy="5676480"/>
          </a:xfrm>
          <a:prstGeom prst="rect">
            <a:avLst/>
          </a:prstGeom>
          <a:ln w="0">
            <a:noFill/>
          </a:ln>
        </p:spPr>
      </p:pic>
      <p:sp>
        <p:nvSpPr>
          <p:cNvPr id="159" name="Rectangle 2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042040" y="723960"/>
            <a:ext cx="3702960" cy="5666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8296200" y="1419120"/>
            <a:ext cx="3081240" cy="208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457200">
              <a:lnSpc>
                <a:spcPct val="100000"/>
              </a:lnSpc>
              <a:buNone/>
            </a:pPr>
            <a:r>
              <a:rPr b="0" lang="en-US" sz="3600" spc="-1" strike="noStrike" cap="all">
                <a:solidFill>
                  <a:srgbClr val="ffffff"/>
                </a:solidFill>
                <a:latin typeface="Gill Sans MT"/>
              </a:rPr>
              <a:t>Q_i</a:t>
            </a:r>
            <a:endParaRPr b="0" lang="de-DE" sz="3600" spc="-1" strike="noStrike">
              <a:solidFill>
                <a:schemeClr val="dk1"/>
              </a:solidFill>
              <a:latin typeface="Gill Sans MT"/>
            </a:endParaRPr>
          </a:p>
        </p:txBody>
      </p:sp>
      <p:grpSp>
        <p:nvGrpSpPr>
          <p:cNvPr id="161" name="Group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46400" y="453600"/>
            <a:ext cx="11298600" cy="98280"/>
            <a:chOff x="446400" y="453600"/>
            <a:chExt cx="11298600" cy="98280"/>
          </a:xfrm>
        </p:grpSpPr>
        <p:sp>
          <p:nvSpPr>
            <p:cNvPr id="162" name="Rectangle 2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46400" y="457200"/>
              <a:ext cx="3702960" cy="9468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5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de-AT" sz="1800" spc="-1" strike="noStrike">
                <a:solidFill>
                  <a:schemeClr val="lt1"/>
                </a:solidFill>
                <a:latin typeface="Gill Sans MT"/>
              </a:endParaRPr>
            </a:p>
          </p:txBody>
        </p:sp>
        <p:sp>
          <p:nvSpPr>
            <p:cNvPr id="163" name="Rectangle 2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042040" y="453600"/>
              <a:ext cx="3702960" cy="9828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5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de-AT" sz="1800" spc="-1" strike="noStrike">
                <a:solidFill>
                  <a:schemeClr val="lt1"/>
                </a:solidFill>
                <a:latin typeface="Gill Sans MT"/>
              </a:endParaRPr>
            </a:p>
          </p:txBody>
        </p:sp>
        <p:sp>
          <p:nvSpPr>
            <p:cNvPr id="164" name="Rectangle 2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241880" y="457200"/>
              <a:ext cx="3702960" cy="9108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5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de-AT" sz="1800" spc="-1" strike="noStrike">
                <a:solidFill>
                  <a:schemeClr val="lt1"/>
                </a:solidFill>
                <a:latin typeface="Gill Sans MT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Rectangle 3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6400" y="457200"/>
            <a:ext cx="3702960" cy="946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de-A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ectangle 3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042040" y="453600"/>
            <a:ext cx="3702960" cy="98280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Rectangle 3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241880" y="457200"/>
            <a:ext cx="3702960" cy="91080"/>
          </a:xfrm>
          <a:prstGeom prst="rect">
            <a:avLst/>
          </a:prstGeom>
          <a:solidFill>
            <a:schemeClr val="accent2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de-A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ectangle 3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6400" y="3085920"/>
            <a:ext cx="11262600" cy="3304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de-AT" sz="1800" spc="-1" strike="noStrike">
              <a:solidFill>
                <a:srgbClr val="ffffff"/>
              </a:solidFill>
              <a:latin typeface="Arial"/>
            </a:endParaRPr>
          </a:p>
        </p:txBody>
      </p:sp>
      <p:sp useBgFill="1">
        <p:nvSpPr>
          <p:cNvPr id="169" name="Rectangle 3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Gill Sans MT"/>
            </a:endParaRPr>
          </a:p>
        </p:txBody>
      </p:sp>
      <p:pic>
        <p:nvPicPr>
          <p:cNvPr id="170" name="Grafik 5" descr=""/>
          <p:cNvPicPr/>
          <p:nvPr/>
        </p:nvPicPr>
        <p:blipFill>
          <a:blip r:embed="rId1"/>
          <a:srcRect l="0" t="4576" r="0" b="1672"/>
          <a:stretch/>
        </p:blipFill>
        <p:spPr>
          <a:xfrm>
            <a:off x="446400" y="723960"/>
            <a:ext cx="7498080" cy="5676480"/>
          </a:xfrm>
          <a:prstGeom prst="rect">
            <a:avLst/>
          </a:prstGeom>
          <a:ln w="0">
            <a:noFill/>
          </a:ln>
        </p:spPr>
      </p:pic>
      <p:sp>
        <p:nvSpPr>
          <p:cNvPr id="171" name="Rectangle 4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042040" y="723960"/>
            <a:ext cx="3702960" cy="5666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de-A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8296200" y="1419120"/>
            <a:ext cx="3081240" cy="208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457200">
              <a:lnSpc>
                <a:spcPct val="100000"/>
              </a:lnSpc>
              <a:buNone/>
            </a:pPr>
            <a:r>
              <a:rPr b="0" lang="en-US" sz="3600" spc="-1" strike="noStrike" cap="all">
                <a:solidFill>
                  <a:srgbClr val="ffffff"/>
                </a:solidFill>
                <a:latin typeface="Gill Sans MT"/>
              </a:rPr>
              <a:t>Q_iI</a:t>
            </a:r>
            <a:endParaRPr b="0" lang="de-DE" sz="3600" spc="-1" strike="noStrike">
              <a:solidFill>
                <a:schemeClr val="dk1"/>
              </a:solidFill>
              <a:latin typeface="Gill Sans MT"/>
            </a:endParaRPr>
          </a:p>
        </p:txBody>
      </p:sp>
      <p:grpSp>
        <p:nvGrpSpPr>
          <p:cNvPr id="173" name="Group 4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46400" y="453600"/>
            <a:ext cx="11298600" cy="98280"/>
            <a:chOff x="446400" y="453600"/>
            <a:chExt cx="11298600" cy="98280"/>
          </a:xfrm>
        </p:grpSpPr>
        <p:sp>
          <p:nvSpPr>
            <p:cNvPr id="174" name="Rectangle 4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46400" y="457200"/>
              <a:ext cx="3702960" cy="9468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5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endParaRPr b="0" lang="de-AT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75" name="Rectangle 4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042040" y="453600"/>
              <a:ext cx="3702960" cy="9828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5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endParaRPr b="0" lang="de-AT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76" name="Rectangle 4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241880" y="457200"/>
              <a:ext cx="3702960" cy="9108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5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endParaRPr b="0" lang="de-AT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withEffect" fill="hold" presetClass="entr" presetID="10">
                                  <p:stCondLst>
                                    <p:cond delay="100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" dur="4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7" name="Rechteck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de-DE" sz="1800" spc="-1" strike="noStrike">
              <a:solidFill>
                <a:schemeClr val="lt1"/>
              </a:solidFill>
              <a:latin typeface="Gill Sans MT"/>
            </a:endParaRPr>
          </a:p>
        </p:txBody>
      </p:sp>
      <p:pic>
        <p:nvPicPr>
          <p:cNvPr id="178" name="Bild 4" descr="Digitale Zahlen"/>
          <p:cNvPicPr/>
          <p:nvPr/>
        </p:nvPicPr>
        <p:blipFill>
          <a:blip r:embed="rId1"/>
          <a:srcRect l="2189" t="0" r="9644" b="0"/>
          <a:stretch/>
        </p:blipFill>
        <p:spPr>
          <a:xfrm>
            <a:off x="446400" y="723960"/>
            <a:ext cx="7498080" cy="5676480"/>
          </a:xfrm>
          <a:prstGeom prst="rect">
            <a:avLst/>
          </a:prstGeom>
          <a:ln w="0">
            <a:noFill/>
          </a:ln>
        </p:spPr>
      </p:pic>
      <p:sp>
        <p:nvSpPr>
          <p:cNvPr id="179" name="Rechteck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042040" y="723960"/>
            <a:ext cx="3702960" cy="5666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de-AT" sz="1800" spc="-1" strike="noStrike">
              <a:solidFill>
                <a:schemeClr val="lt1"/>
              </a:solidFill>
              <a:latin typeface="Gill Sans MT"/>
            </a:endParaRPr>
          </a:p>
        </p:txBody>
      </p:sp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8296200" y="1419120"/>
            <a:ext cx="3081240" cy="1746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457200">
              <a:lnSpc>
                <a:spcPct val="100000"/>
              </a:lnSpc>
              <a:buNone/>
            </a:pPr>
            <a:r>
              <a:rPr b="0" lang="de-DE" sz="3600" spc="-1" strike="noStrike" cap="all">
                <a:solidFill>
                  <a:srgbClr val="ffffff"/>
                </a:solidFill>
                <a:latin typeface="Gill Sans MT"/>
              </a:rPr>
              <a:t>Demo</a:t>
            </a:r>
            <a:endParaRPr b="0" lang="de-DE" sz="3600" spc="-1" strike="noStrike">
              <a:solidFill>
                <a:schemeClr val="dk1"/>
              </a:solidFill>
              <a:latin typeface="Gill Sans MT"/>
            </a:endParaRPr>
          </a:p>
        </p:txBody>
      </p:sp>
      <p:grpSp>
        <p:nvGrpSpPr>
          <p:cNvPr id="181" name="Grupp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46400" y="453600"/>
            <a:ext cx="11298600" cy="98280"/>
            <a:chOff x="446400" y="453600"/>
            <a:chExt cx="11298600" cy="98280"/>
          </a:xfrm>
        </p:grpSpPr>
        <p:sp>
          <p:nvSpPr>
            <p:cNvPr id="182" name="Rechteck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46400" y="457200"/>
              <a:ext cx="3702960" cy="9468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5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de-AT" sz="1800" spc="-1" strike="noStrike">
                <a:solidFill>
                  <a:schemeClr val="lt1"/>
                </a:solidFill>
                <a:latin typeface="Gill Sans MT"/>
              </a:endParaRPr>
            </a:p>
          </p:txBody>
        </p:sp>
        <p:sp>
          <p:nvSpPr>
            <p:cNvPr id="183" name="Rechteck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042040" y="453600"/>
              <a:ext cx="3702960" cy="9828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5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de-AT" sz="1800" spc="-1" strike="noStrike">
                <a:solidFill>
                  <a:schemeClr val="lt1"/>
                </a:solidFill>
                <a:latin typeface="Gill Sans MT"/>
              </a:endParaRPr>
            </a:p>
          </p:txBody>
        </p:sp>
        <p:sp>
          <p:nvSpPr>
            <p:cNvPr id="184" name="Rechteck 1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241880" y="457200"/>
              <a:ext cx="3702960" cy="9108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5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de-AT" sz="1800" spc="-1" strike="noStrike">
                <a:solidFill>
                  <a:schemeClr val="lt1"/>
                </a:solidFill>
                <a:latin typeface="Gill Sans MT"/>
              </a:endParaRPr>
            </a:p>
          </p:txBody>
        </p:sp>
      </p:grpSp>
      <p:sp>
        <p:nvSpPr>
          <p:cNvPr id="185" name="PlaceHolder 2"/>
          <p:cNvSpPr>
            <a:spLocks noGrp="1"/>
          </p:cNvSpPr>
          <p:nvPr>
            <p:ph type="subTitle"/>
          </p:nvPr>
        </p:nvSpPr>
        <p:spPr>
          <a:xfrm>
            <a:off x="581040" y="2495520"/>
            <a:ext cx="10993320" cy="59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algn="ctr"/>
            <a:endParaRPr b="0" lang="de-AT" sz="1600" spc="-1" strike="noStrike" cap="all">
              <a:solidFill>
                <a:schemeClr val="accent2"/>
              </a:solidFill>
              <a:latin typeface="Gill Sans M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581040" y="729720"/>
            <a:ext cx="11029320" cy="98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0" lang="de-DE" sz="2800" spc="-1" strike="noStrike" cap="all">
                <a:solidFill>
                  <a:schemeClr val="lt1"/>
                </a:solidFill>
                <a:latin typeface="Gill Sans MT"/>
              </a:rPr>
              <a:t>Interpretation der Ergebnisse</a:t>
            </a:r>
            <a:endParaRPr b="0" lang="de-DE" sz="2800" spc="-1" strike="noStrike">
              <a:solidFill>
                <a:schemeClr val="dk1"/>
              </a:solidFill>
              <a:latin typeface="Gill Sans MT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581040" y="2228040"/>
            <a:ext cx="11029320" cy="363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spcBef>
                <a:spcPts val="1417"/>
              </a:spcBef>
              <a:buNone/>
            </a:pPr>
            <a:endParaRPr b="0" lang="de-DE" sz="1800" spc="-1" strike="noStrike">
              <a:solidFill>
                <a:schemeClr val="dk2"/>
              </a:solidFill>
              <a:latin typeface="Gill Sans MT"/>
            </a:endParaRPr>
          </a:p>
        </p:txBody>
      </p:sp>
      <p:pic>
        <p:nvPicPr>
          <p:cNvPr id="188" name="" descr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2476800" y="2228040"/>
            <a:ext cx="7238520" cy="4000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title"/>
          </p:nvPr>
        </p:nvSpPr>
        <p:spPr>
          <a:xfrm>
            <a:off x="581040" y="729720"/>
            <a:ext cx="11029320" cy="98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0" lang="de-DE" sz="2800" spc="-1" strike="noStrike" cap="all">
                <a:solidFill>
                  <a:schemeClr val="lt1"/>
                </a:solidFill>
                <a:latin typeface="Gill Sans MT"/>
              </a:rPr>
              <a:t>Interpretation der Ergebnisse (2)</a:t>
            </a:r>
            <a:endParaRPr b="0" lang="de-DE" sz="2800" spc="-1" strike="noStrike">
              <a:solidFill>
                <a:schemeClr val="dk1"/>
              </a:solidFill>
              <a:latin typeface="Gill Sans MT"/>
            </a:endParaRPr>
          </a:p>
        </p:txBody>
      </p:sp>
      <p:sp>
        <p:nvSpPr>
          <p:cNvPr id="190" name="PlaceHolder 2"/>
          <p:cNvSpPr>
            <a:spLocks noGrp="1"/>
          </p:cNvSpPr>
          <p:nvPr>
            <p:ph/>
          </p:nvPr>
        </p:nvSpPr>
        <p:spPr>
          <a:xfrm>
            <a:off x="720000" y="2127240"/>
            <a:ext cx="11029320" cy="363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spcBef>
                <a:spcPts val="1417"/>
              </a:spcBef>
              <a:buNone/>
            </a:pPr>
            <a:endParaRPr b="0" lang="de-DE" sz="1800" spc="-1" strike="noStrike">
              <a:solidFill>
                <a:schemeClr val="dk2"/>
              </a:solidFill>
              <a:latin typeface="Gill Sans MT"/>
            </a:endParaRPr>
          </a:p>
        </p:txBody>
      </p:sp>
      <p:pic>
        <p:nvPicPr>
          <p:cNvPr id="191" name="" descr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581040" y="2228040"/>
            <a:ext cx="5178960" cy="2862000"/>
          </a:xfrm>
          <a:prstGeom prst="rect">
            <a:avLst/>
          </a:prstGeom>
          <a:ln w="0">
            <a:noFill/>
          </a:ln>
        </p:spPr>
      </p:pic>
      <p:pic>
        <p:nvPicPr>
          <p:cNvPr id="192" name="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6480000" y="2228040"/>
            <a:ext cx="5130360" cy="28353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581040" y="729720"/>
            <a:ext cx="11029320" cy="98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0" lang="de-DE" sz="2800" spc="-1" strike="noStrike" cap="all">
                <a:solidFill>
                  <a:schemeClr val="lt1"/>
                </a:solidFill>
                <a:latin typeface="Gill Sans MT"/>
              </a:rPr>
              <a:t>Interpretation der Ergebnisse (3)</a:t>
            </a:r>
            <a:endParaRPr b="0" lang="de-DE" sz="2800" spc="-1" strike="noStrike">
              <a:solidFill>
                <a:schemeClr val="dk1"/>
              </a:solidFill>
              <a:latin typeface="Gill Sans MT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720000" y="2127240"/>
            <a:ext cx="11029320" cy="363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spcBef>
                <a:spcPts val="1417"/>
              </a:spcBef>
              <a:buNone/>
            </a:pPr>
            <a:endParaRPr b="0" lang="de-DE" sz="1800" spc="-1" strike="noStrike">
              <a:solidFill>
                <a:schemeClr val="dk2"/>
              </a:solidFill>
              <a:latin typeface="Gill Sans MT"/>
            </a:endParaRPr>
          </a:p>
        </p:txBody>
      </p:sp>
      <p:pic>
        <p:nvPicPr>
          <p:cNvPr id="195" name="" descr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2700000" y="2160000"/>
            <a:ext cx="7238520" cy="4000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Dividende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 pitchFamily="0" charset="1"/>
        <a:ea typeface=""/>
        <a:cs typeface=""/>
      </a:majorFont>
      <a:minorFont>
        <a:latin typeface="Gill Sans MT" panose="020B05020201040202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 l="0" t="0" r="0" b="0"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Dividende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 pitchFamily="0" charset="1"/>
        <a:ea typeface=""/>
        <a:cs typeface=""/>
      </a:majorFont>
      <a:minorFont>
        <a:latin typeface="Gill Sans MT" panose="020B05020201040202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 l="0" t="0" r="0" b="0"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Dividende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 pitchFamily="0" charset="1"/>
        <a:ea typeface=""/>
        <a:cs typeface=""/>
      </a:majorFont>
      <a:minorFont>
        <a:latin typeface="Gill Sans MT" panose="020B05020201040202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 l="0" t="0" r="0" b="0"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Dividende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 pitchFamily="0" charset="1"/>
        <a:ea typeface=""/>
        <a:cs typeface=""/>
      </a:majorFont>
      <a:minorFont>
        <a:latin typeface="Gill Sans MT" panose="020B05020201040202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 l="0" t="0" r="0" b="0"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Dividende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 pitchFamily="0" charset="1"/>
        <a:ea typeface=""/>
        <a:cs typeface=""/>
      </a:majorFont>
      <a:minorFont>
        <a:latin typeface="Gill Sans MT" panose="020B05020201040202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 l="0" t="0" r="0" b="0"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Dividende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 pitchFamily="0" charset="1"/>
        <a:ea typeface=""/>
        <a:cs typeface=""/>
      </a:majorFont>
      <a:minorFont>
        <a:latin typeface="Gill Sans MT" panose="020B05020201040202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 l="0" t="0" r="0" b="0"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Dividende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 pitchFamily="0" charset="1"/>
        <a:ea typeface=""/>
        <a:cs typeface=""/>
      </a:majorFont>
      <a:minorFont>
        <a:latin typeface="Gill Sans MT" panose="020B05020201040202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 l="0" t="0" r="0" b="0"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Dividende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 pitchFamily="0" charset="1"/>
        <a:ea typeface=""/>
        <a:cs typeface=""/>
      </a:majorFont>
      <a:minorFont>
        <a:latin typeface="Gill Sans MT" panose="020B05020201040202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 l="0" t="0" r="0" b="0"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Dividende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 pitchFamily="0" charset="1"/>
        <a:ea typeface=""/>
        <a:cs typeface=""/>
      </a:majorFont>
      <a:minorFont>
        <a:latin typeface="Gill Sans MT" panose="020B05020201040202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 l="0" t="0" r="0" b="0"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Dividende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 pitchFamily="0" charset="1"/>
        <a:ea typeface=""/>
        <a:cs typeface=""/>
      </a:majorFont>
      <a:minorFont>
        <a:latin typeface="Gill Sans MT" panose="020B05020201040202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 l="0" t="0" r="0" b="0"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Dividende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 pitchFamily="0" charset="1"/>
        <a:ea typeface=""/>
        <a:cs typeface=""/>
      </a:majorFont>
      <a:minorFont>
        <a:latin typeface="Gill Sans MT" panose="020B05020201040202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 l="0" t="0" r="0" b="0"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Dividende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 pitchFamily="0" charset="1"/>
        <a:ea typeface=""/>
        <a:cs typeface=""/>
      </a:majorFont>
      <a:minorFont>
        <a:latin typeface="Gill Sans MT" panose="020B05020201040202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 l="0" t="0" r="0" b="0"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_rels/item1.xml.rels><?xml version="1.0" encoding="UTF-8"?>
<Relationships xmlns="http://schemas.openxmlformats.org/package/2006/relationships"><Relationship Id="rId1" Type="http://schemas.openxmlformats.org/officeDocument/2006/relationships/customXmlProps" Target="itemProps1.xml"/>
</Relationships>
</file>

<file path=customXml/_rels/item2.xml.rels><?xml version="1.0" encoding="UTF-8"?>
<Relationships xmlns="http://schemas.openxmlformats.org/package/2006/relationships"><Relationship Id="rId1" Type="http://schemas.openxmlformats.org/officeDocument/2006/relationships/customXmlProps" Target="itemProps2.xml"/>
</Relationships>
</file>

<file path=customXml/_rels/item3.xml.rels><?xml version="1.0" encoding="UTF-8"?>
<Relationships xmlns="http://schemas.openxmlformats.org/package/2006/relationships"><Relationship Id="rId1" Type="http://schemas.openxmlformats.org/officeDocument/2006/relationships/customXmlProps" Target="itemProps3.xml"/>
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1c2eb7a32e66fb6e4260f3771546a5e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04e1f6479c48b08974ba73b5ca973489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EBC12AA-1C15-4500-BC9C-8EE83A441DE9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1F69AFF4-BB30-4BA0-AD22-82CC3C4327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A0CF3B2-1F0F-4FC5-8002-3E4869ABAD5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Technologie, Design Dividende</Template>
  <TotalTime>3</TotalTime>
  <Application>LibreOffice/24.2.7.2$Linux_X86_64 LibreOffice_project/420$Build-2</Application>
  <AppVersion>15.0000</AppVersion>
  <Words>183</Words>
  <Paragraphs>43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2026-04-26T20:19:10Z</dcterms:created>
  <dc:creator>David Ottino</dc:creator>
  <dc:description/>
  <dc:language>de-AT</dc:language>
  <cp:lastModifiedBy/>
  <dcterms:modified xsi:type="dcterms:W3CDTF">2026-04-27T14:59:19Z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Notes">
    <vt:i4>11</vt:i4>
  </property>
  <property fmtid="{D5CDD505-2E9C-101B-9397-08002B2CF9AE}" pid="4" name="PresentationFormat">
    <vt:lpwstr>Breitbild</vt:lpwstr>
  </property>
  <property fmtid="{D5CDD505-2E9C-101B-9397-08002B2CF9AE}" pid="5" name="Slides">
    <vt:i4>11</vt:i4>
  </property>
</Properties>
</file>