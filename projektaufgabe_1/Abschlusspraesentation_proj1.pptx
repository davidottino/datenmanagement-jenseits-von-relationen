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8" r:id="rId6"/>
    <p:sldId id="263" r:id="rId7"/>
    <p:sldId id="259" r:id="rId8"/>
    <p:sldId id="264" r:id="rId9"/>
    <p:sldId id="265" r:id="rId10"/>
    <p:sldId id="260" r:id="rId11"/>
    <p:sldId id="262" r:id="rId12"/>
  </p:sldIdLst>
  <p:sldSz cx="12192000" cy="6858000"/>
  <p:notesSz cx="6858000" cy="9144000"/>
  <p:defaultTextStyle>
    <a:defPPr rtl="0"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77DACF-3584-3D4F-7BFA-1E60E06C2E51}" v="544" dt="2026-04-27T11:43:37.4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8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299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 rtlCol="0"/>
        <a:lstStyle/>
        <a:p>
          <a:pPr rtl="0"/>
          <a:endParaRPr lang="en-US"/>
        </a:p>
      </dgm:t>
    </dgm:pt>
    <dgm:pt modelId="{6750AC01-D39D-4F3A-9DC8-2A211EE986A2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de-DE" noProof="0" dirty="0"/>
            <a:t>Aufsetzen Basis	</a:t>
          </a:r>
        </a:p>
      </dgm:t>
    </dgm:pt>
    <dgm:pt modelId="{720680DC-AAA4-4434-A582-60EBCC5BA355}" type="parTrans" cxnId="{0B5DAE5F-BCDC-4BF7-A6E7-CF856886A64D}">
      <dgm:prSet/>
      <dgm:spPr/>
      <dgm:t>
        <a:bodyPr rtlCol="0"/>
        <a:lstStyle/>
        <a:p>
          <a:pPr rtl="0"/>
          <a:endParaRPr lang="de-DE" noProof="0" dirty="0"/>
        </a:p>
      </dgm:t>
    </dgm:pt>
    <dgm:pt modelId="{CA077D98-8478-47EA-B6A9-99ACE60C64D4}" type="sibTrans" cxnId="{0B5DAE5F-BCDC-4BF7-A6E7-CF856886A64D}">
      <dgm:prSet/>
      <dgm:spPr/>
      <dgm:t>
        <a:bodyPr rtlCol="0"/>
        <a:lstStyle/>
        <a:p>
          <a:pPr rtl="0"/>
          <a:endParaRPr lang="de-DE" noProof="0" dirty="0"/>
        </a:p>
      </dgm:t>
    </dgm:pt>
    <dgm:pt modelId="{0BEF68B8-1228-47BB-83B5-7B9CD1E3F84E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de-DE" noProof="0" dirty="0"/>
            <a:t>Implementierung Framework</a:t>
          </a:r>
        </a:p>
      </dgm:t>
    </dgm:pt>
    <dgm:pt modelId="{ED3A4BC2-B75A-4952-A38B-A42B5995DF05}" type="parTrans" cxnId="{EDEF4F82-1237-4639-A0F7-385C1897CE66}">
      <dgm:prSet/>
      <dgm:spPr/>
      <dgm:t>
        <a:bodyPr rtlCol="0"/>
        <a:lstStyle/>
        <a:p>
          <a:pPr rtl="0"/>
          <a:endParaRPr lang="de-DE" noProof="0" dirty="0"/>
        </a:p>
      </dgm:t>
    </dgm:pt>
    <dgm:pt modelId="{FD949706-EDCC-4ADC-8EDF-8EDA49C92325}" type="sibTrans" cxnId="{EDEF4F82-1237-4639-A0F7-385C1897CE66}">
      <dgm:prSet/>
      <dgm:spPr/>
      <dgm:t>
        <a:bodyPr rtlCol="0"/>
        <a:lstStyle/>
        <a:p>
          <a:pPr rtl="0"/>
          <a:endParaRPr lang="de-DE" noProof="0" dirty="0"/>
        </a:p>
      </dgm:t>
    </dgm:pt>
    <dgm:pt modelId="{5605D28D-2CE6-4513-8566-952984E21E14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de-DE" noProof="0" dirty="0"/>
            <a:t>Benchmarks</a:t>
          </a:r>
        </a:p>
      </dgm:t>
    </dgm:pt>
    <dgm:pt modelId="{EB15AB98-362B-4E70-A3DA-995FC3E8BA79}" type="parTrans" cxnId="{FAF3F884-F0CF-440F-8CB1-B7648AB1B138}">
      <dgm:prSet/>
      <dgm:spPr/>
      <dgm:t>
        <a:bodyPr rtlCol="0"/>
        <a:lstStyle/>
        <a:p>
          <a:pPr rtl="0"/>
          <a:endParaRPr lang="de-DE" noProof="0" dirty="0"/>
        </a:p>
      </dgm:t>
    </dgm:pt>
    <dgm:pt modelId="{823D1971-2C4D-4EC5-A874-2F463DE37109}" type="sibTrans" cxnId="{FAF3F884-F0CF-440F-8CB1-B7648AB1B138}">
      <dgm:prSet/>
      <dgm:spPr/>
      <dgm:t>
        <a:bodyPr rtlCol="0"/>
        <a:lstStyle/>
        <a:p>
          <a:pPr rtl="0"/>
          <a:endParaRPr lang="de-DE" noProof="0" dirty="0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3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3"/>
      <dgm:spPr/>
    </dgm:pt>
    <dgm:pt modelId="{429CABD1-4116-474B-81BF-735E2CA9DD00}" type="pres">
      <dgm:prSet presAssocID="{7E5AA53B-3EEE-4DE4-BB81-9044890C2946}" presName="dstNode" presStyleLbl="node1" presStyleIdx="0" presStyleCnt="3"/>
      <dgm:spPr/>
    </dgm:pt>
    <dgm:pt modelId="{58319267-C71E-43C9-94E1-827D0616C7A7}" type="pres">
      <dgm:prSet presAssocID="{6750AC01-D39D-4F3A-9DC8-2A211EE986A2}" presName="text_1" presStyleLbl="node1" presStyleIdx="0" presStyleCnt="3">
        <dgm:presLayoutVars>
          <dgm:bulletEnabled val="1"/>
        </dgm:presLayoutVars>
      </dgm:prSet>
      <dgm:spPr/>
    </dgm:pt>
    <dgm:pt modelId="{79F9B8A9-2412-4B74-84A9-69422DB81CDC}" type="pres">
      <dgm:prSet presAssocID="{6750AC01-D39D-4F3A-9DC8-2A211EE986A2}" presName="accent_1" presStyleCnt="0"/>
      <dgm:spPr/>
    </dgm:pt>
    <dgm:pt modelId="{07CB3071-D555-47DA-A36A-69EB91531FD8}" type="pres">
      <dgm:prSet presAssocID="{6750AC01-D39D-4F3A-9DC8-2A211EE986A2}" presName="accentRepeatNode" presStyleLbl="solidFgAcc1" presStyleIdx="0" presStyleCnt="3"/>
      <dgm:spPr/>
    </dgm:pt>
    <dgm:pt modelId="{95DE6538-27BD-44AF-A1A8-CA8F6B10FDD2}" type="pres">
      <dgm:prSet presAssocID="{0BEF68B8-1228-47BB-83B5-7B9CD1E3F84E}" presName="text_2" presStyleLbl="node1" presStyleIdx="1" presStyleCnt="3">
        <dgm:presLayoutVars>
          <dgm:bulletEnabled val="1"/>
        </dgm:presLayoutVars>
      </dgm:prSet>
      <dgm:spPr/>
    </dgm:pt>
    <dgm:pt modelId="{312BDEE8-85BD-4F02-B35B-2CC8E701C98B}" type="pres">
      <dgm:prSet presAssocID="{0BEF68B8-1228-47BB-83B5-7B9CD1E3F84E}" presName="accent_2" presStyleCnt="0"/>
      <dgm:spPr/>
    </dgm:pt>
    <dgm:pt modelId="{3F8116AC-FAC3-4E95-9865-93CCFEB191B9}" type="pres">
      <dgm:prSet presAssocID="{0BEF68B8-1228-47BB-83B5-7B9CD1E3F84E}" presName="accentRepeatNode" presStyleLbl="solidFgAcc1" presStyleIdx="1" presStyleCnt="3"/>
      <dgm:spPr/>
    </dgm:pt>
    <dgm:pt modelId="{E131CE4A-9776-44F4-BC03-867682E21374}" type="pres">
      <dgm:prSet presAssocID="{5605D28D-2CE6-4513-8566-952984E21E14}" presName="text_3" presStyleLbl="node1" presStyleIdx="2" presStyleCnt="3">
        <dgm:presLayoutVars>
          <dgm:bulletEnabled val="1"/>
        </dgm:presLayoutVars>
      </dgm:prSet>
      <dgm:spPr/>
    </dgm:pt>
    <dgm:pt modelId="{AC9A216A-8375-48F9-A4E6-8E0B64C0209B}" type="pres">
      <dgm:prSet presAssocID="{5605D28D-2CE6-4513-8566-952984E21E14}" presName="accent_3" presStyleCnt="0"/>
      <dgm:spPr/>
    </dgm:pt>
    <dgm:pt modelId="{A965097E-32F1-4AB8-8C4E-2814A7596B2F}" type="pres">
      <dgm:prSet presAssocID="{5605D28D-2CE6-4513-8566-952984E21E14}" presName="accentRepeatNode" presStyleLbl="solidFgAcc1" presStyleIdx="2" presStyleCnt="3"/>
      <dgm:spPr/>
    </dgm:pt>
  </dgm:ptLst>
  <dgm:cxnLst>
    <dgm:cxn modelId="{A11E3B12-1828-45A7-86C3-BB85832DF84D}" type="presOf" srcId="{CA077D98-8478-47EA-B6A9-99ACE60C64D4}" destId="{D79B43FC-100B-4A0D-A4D5-0D2D04B99064}" srcOrd="0" destOrd="0" presId="urn:microsoft.com/office/officeart/2008/layout/VerticalCurvedList"/>
    <dgm:cxn modelId="{0B5DAE5F-BCDC-4BF7-A6E7-CF856886A64D}" srcId="{7E5AA53B-3EEE-4DE4-BB81-9044890C2946}" destId="{6750AC01-D39D-4F3A-9DC8-2A211EE986A2}" srcOrd="0" destOrd="0" parTransId="{720680DC-AAA4-4434-A582-60EBCC5BA355}" sibTransId="{CA077D98-8478-47EA-B6A9-99ACE60C64D4}"/>
    <dgm:cxn modelId="{29DA474E-5DFA-4C66-882F-319C49ABBB19}" type="presOf" srcId="{6750AC01-D39D-4F3A-9DC8-2A211EE986A2}" destId="{58319267-C71E-43C9-94E1-827D0616C7A7}" srcOrd="0" destOrd="0" presId="urn:microsoft.com/office/officeart/2008/layout/VerticalCurvedList"/>
    <dgm:cxn modelId="{7084AA77-BACB-46CB-AE4A-77B62D3ED1AF}" type="presOf" srcId="{5605D28D-2CE6-4513-8566-952984E21E14}" destId="{E131CE4A-9776-44F4-BC03-867682E21374}" srcOrd="0" destOrd="0" presId="urn:microsoft.com/office/officeart/2008/layout/VerticalCurvedList"/>
    <dgm:cxn modelId="{EDEF4F82-1237-4639-A0F7-385C1897CE66}" srcId="{7E5AA53B-3EEE-4DE4-BB81-9044890C2946}" destId="{0BEF68B8-1228-47BB-83B5-7B9CD1E3F84E}" srcOrd="1" destOrd="0" parTransId="{ED3A4BC2-B75A-4952-A38B-A42B5995DF05}" sibTransId="{FD949706-EDCC-4ADC-8EDF-8EDA49C92325}"/>
    <dgm:cxn modelId="{FAF3F884-F0CF-440F-8CB1-B7648AB1B138}" srcId="{7E5AA53B-3EEE-4DE4-BB81-9044890C2946}" destId="{5605D28D-2CE6-4513-8566-952984E21E14}" srcOrd="2" destOrd="0" parTransId="{EB15AB98-362B-4E70-A3DA-995FC3E8BA79}" sibTransId="{823D1971-2C4D-4EC5-A874-2F463DE37109}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4A378892-5CCC-4F0D-8A38-4BEAECF30F24}" type="presOf" srcId="{0BEF68B8-1228-47BB-83B5-7B9CD1E3F84E}" destId="{95DE6538-27BD-44AF-A1A8-CA8F6B10FDD2}" srcOrd="0" destOrd="0" presId="urn:microsoft.com/office/officeart/2008/layout/VerticalCurvedList"/>
    <dgm:cxn modelId="{4E25B52E-70EF-4A0F-B410-0B49263AF380}" type="presParOf" srcId="{57806726-6E60-4ACC-9C1C-7DF9CC365A10}" destId="{90561C55-3C6E-4D53-85E1-2C50BCDDA392}" srcOrd="0" destOrd="0" presId="urn:microsoft.com/office/officeart/2008/layout/VerticalCurvedList"/>
    <dgm:cxn modelId="{2B3DD9E4-EC9C-4B92-B380-F89BF82E7CF3}" type="presParOf" srcId="{90561C55-3C6E-4D53-85E1-2C50BCDDA392}" destId="{B6CD42EC-5AD4-4004-AE5B-47EDA668DAA8}" srcOrd="0" destOrd="0" presId="urn:microsoft.com/office/officeart/2008/layout/VerticalCurvedList"/>
    <dgm:cxn modelId="{EA357085-80A4-4D1D-9BD2-56B1E9A721FB}" type="presParOf" srcId="{B6CD42EC-5AD4-4004-AE5B-47EDA668DAA8}" destId="{963B8EE3-40CC-4A0A-B420-D0BF920973CE}" srcOrd="0" destOrd="0" presId="urn:microsoft.com/office/officeart/2008/layout/VerticalCurvedList"/>
    <dgm:cxn modelId="{F175C6D0-411C-40FD-A19B-860D49F42061}" type="presParOf" srcId="{B6CD42EC-5AD4-4004-AE5B-47EDA668DAA8}" destId="{D79B43FC-100B-4A0D-A4D5-0D2D04B99064}" srcOrd="1" destOrd="0" presId="urn:microsoft.com/office/officeart/2008/layout/VerticalCurvedList"/>
    <dgm:cxn modelId="{794BB944-68C0-47A5-9792-652802EB36AC}" type="presParOf" srcId="{B6CD42EC-5AD4-4004-AE5B-47EDA668DAA8}" destId="{3CAD8DA1-8D53-445C-ACE8-D8449E4F0F55}" srcOrd="2" destOrd="0" presId="urn:microsoft.com/office/officeart/2008/layout/VerticalCurvedList"/>
    <dgm:cxn modelId="{B8CC75C4-3D1A-49E7-80D2-915668C1368C}" type="presParOf" srcId="{B6CD42EC-5AD4-4004-AE5B-47EDA668DAA8}" destId="{429CABD1-4116-474B-81BF-735E2CA9DD00}" srcOrd="3" destOrd="0" presId="urn:microsoft.com/office/officeart/2008/layout/VerticalCurvedList"/>
    <dgm:cxn modelId="{28110BB8-F33F-498C-9A75-98364B05EFA5}" type="presParOf" srcId="{90561C55-3C6E-4D53-85E1-2C50BCDDA392}" destId="{58319267-C71E-43C9-94E1-827D0616C7A7}" srcOrd="1" destOrd="0" presId="urn:microsoft.com/office/officeart/2008/layout/VerticalCurvedList"/>
    <dgm:cxn modelId="{3866F6C9-5521-48F2-B6C3-40C9896E1605}" type="presParOf" srcId="{90561C55-3C6E-4D53-85E1-2C50BCDDA392}" destId="{79F9B8A9-2412-4B74-84A9-69422DB81CDC}" srcOrd="2" destOrd="0" presId="urn:microsoft.com/office/officeart/2008/layout/VerticalCurvedList"/>
    <dgm:cxn modelId="{D2205A4F-BB7A-4399-BC2F-78E18EC6EAFE}" type="presParOf" srcId="{79F9B8A9-2412-4B74-84A9-69422DB81CDC}" destId="{07CB3071-D555-47DA-A36A-69EB91531FD8}" srcOrd="0" destOrd="0" presId="urn:microsoft.com/office/officeart/2008/layout/VerticalCurvedList"/>
    <dgm:cxn modelId="{602753E6-8A03-492B-861A-6B9532B5AA28}" type="presParOf" srcId="{90561C55-3C6E-4D53-85E1-2C50BCDDA392}" destId="{95DE6538-27BD-44AF-A1A8-CA8F6B10FDD2}" srcOrd="3" destOrd="0" presId="urn:microsoft.com/office/officeart/2008/layout/VerticalCurvedList"/>
    <dgm:cxn modelId="{AEC540A3-E86A-4075-8BE4-263F4AFF4EA1}" type="presParOf" srcId="{90561C55-3C6E-4D53-85E1-2C50BCDDA392}" destId="{312BDEE8-85BD-4F02-B35B-2CC8E701C98B}" srcOrd="4" destOrd="0" presId="urn:microsoft.com/office/officeart/2008/layout/VerticalCurvedList"/>
    <dgm:cxn modelId="{CD5D1014-B7CB-4B47-9A02-5FBF90928A73}" type="presParOf" srcId="{312BDEE8-85BD-4F02-B35B-2CC8E701C98B}" destId="{3F8116AC-FAC3-4E95-9865-93CCFEB191B9}" srcOrd="0" destOrd="0" presId="urn:microsoft.com/office/officeart/2008/layout/VerticalCurvedList"/>
    <dgm:cxn modelId="{987EB7C0-CA3E-4874-85E0-01E9060A2D35}" type="presParOf" srcId="{90561C55-3C6E-4D53-85E1-2C50BCDDA392}" destId="{E131CE4A-9776-44F4-BC03-867682E21374}" srcOrd="5" destOrd="0" presId="urn:microsoft.com/office/officeart/2008/layout/VerticalCurvedList"/>
    <dgm:cxn modelId="{91E55363-8DCA-455E-A203-06A9410994CB}" type="presParOf" srcId="{90561C55-3C6E-4D53-85E1-2C50BCDDA392}" destId="{AC9A216A-8375-48F9-A4E6-8E0B64C0209B}" srcOrd="6" destOrd="0" presId="urn:microsoft.com/office/officeart/2008/layout/VerticalCurvedList"/>
    <dgm:cxn modelId="{D866D586-1293-4049-B6E3-B467C1D5ED64}" type="presParOf" srcId="{AC9A216A-8375-48F9-A4E6-8E0B64C0209B}" destId="{A965097E-32F1-4AB8-8C4E-2814A7596B2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4028574" y="-618397"/>
          <a:ext cx="4800732" cy="4800732"/>
        </a:xfrm>
        <a:prstGeom prst="blockArc">
          <a:avLst>
            <a:gd name="adj1" fmla="val 18900000"/>
            <a:gd name="adj2" fmla="val 2700000"/>
            <a:gd name="adj3" fmla="val 450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319267-C71E-43C9-94E1-827D0616C7A7}">
      <dsp:nvSpPr>
        <dsp:cNvPr id="0" name=""/>
        <dsp:cNvSpPr/>
      </dsp:nvSpPr>
      <dsp:spPr>
        <a:xfrm>
          <a:off x="496568" y="356393"/>
          <a:ext cx="6310391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88900" rIns="88900" bIns="88900" numCol="1" spcCol="1270" rtlCol="0" anchor="ctr" anchorCtr="0">
          <a:noAutofit/>
        </a:bodyPr>
        <a:lstStyle/>
        <a:p>
          <a:pPr marL="0" lvl="0" indent="0" algn="l" defTabSz="1555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500" kern="1200" noProof="0" dirty="0"/>
            <a:t>Aufsetzen Basis	</a:t>
          </a:r>
        </a:p>
      </dsp:txBody>
      <dsp:txXfrm>
        <a:off x="496568" y="356393"/>
        <a:ext cx="6310391" cy="712787"/>
      </dsp:txXfrm>
    </dsp:sp>
    <dsp:sp modelId="{07CB3071-D555-47DA-A36A-69EB91531FD8}">
      <dsp:nvSpPr>
        <dsp:cNvPr id="0" name=""/>
        <dsp:cNvSpPr/>
      </dsp:nvSpPr>
      <dsp:spPr>
        <a:xfrm>
          <a:off x="51076" y="267295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DE6538-27BD-44AF-A1A8-CA8F6B10FDD2}">
      <dsp:nvSpPr>
        <dsp:cNvPr id="0" name=""/>
        <dsp:cNvSpPr/>
      </dsp:nvSpPr>
      <dsp:spPr>
        <a:xfrm>
          <a:off x="755666" y="1425575"/>
          <a:ext cx="6051292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88900" rIns="88900" bIns="88900" numCol="1" spcCol="1270" rtlCol="0" anchor="ctr" anchorCtr="0">
          <a:noAutofit/>
        </a:bodyPr>
        <a:lstStyle/>
        <a:p>
          <a:pPr marL="0" lvl="0" indent="0" algn="l" defTabSz="1555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500" kern="1200" noProof="0" dirty="0"/>
            <a:t>Implementierung Framework</a:t>
          </a:r>
        </a:p>
      </dsp:txBody>
      <dsp:txXfrm>
        <a:off x="755666" y="1425575"/>
        <a:ext cx="6051292" cy="712787"/>
      </dsp:txXfrm>
    </dsp:sp>
    <dsp:sp modelId="{3F8116AC-FAC3-4E95-9865-93CCFEB191B9}">
      <dsp:nvSpPr>
        <dsp:cNvPr id="0" name=""/>
        <dsp:cNvSpPr/>
      </dsp:nvSpPr>
      <dsp:spPr>
        <a:xfrm>
          <a:off x="310174" y="1336476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31CE4A-9776-44F4-BC03-867682E21374}">
      <dsp:nvSpPr>
        <dsp:cNvPr id="0" name=""/>
        <dsp:cNvSpPr/>
      </dsp:nvSpPr>
      <dsp:spPr>
        <a:xfrm>
          <a:off x="496568" y="2494756"/>
          <a:ext cx="6310391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88900" rIns="88900" bIns="88900" numCol="1" spcCol="1270" rtlCol="0" anchor="ctr" anchorCtr="0">
          <a:noAutofit/>
        </a:bodyPr>
        <a:lstStyle/>
        <a:p>
          <a:pPr marL="0" lvl="0" indent="0" algn="l" defTabSz="1555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500" kern="1200" noProof="0" dirty="0"/>
            <a:t>Benchmarks</a:t>
          </a:r>
        </a:p>
      </dsp:txBody>
      <dsp:txXfrm>
        <a:off x="496568" y="2494756"/>
        <a:ext cx="6310391" cy="712787"/>
      </dsp:txXfrm>
    </dsp:sp>
    <dsp:sp modelId="{A965097E-32F1-4AB8-8C4E-2814A7596B2F}">
      <dsp:nvSpPr>
        <dsp:cNvPr id="0" name=""/>
        <dsp:cNvSpPr/>
      </dsp:nvSpPr>
      <dsp:spPr>
        <a:xfrm>
          <a:off x="51076" y="2405658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1A9778A4-5989-4B73-B806-3D313DF86FB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7EA4154-7C38-4947-B5AD-02E491995EF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1CF449-96F2-4140-9ACD-00D2DB603D3A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CE34BB0-A96D-4A76-9F13-8E5E0F1767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ECE0EC8-3BAE-4AE4-AB08-BAFB99590B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49A195-F19A-4BDD-A61C-6C0960F12D8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376828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noProof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A953E0-B6BA-4FDC-A9D7-5E3E2548A0EF}" type="datetimeFigureOut">
              <a:rPr lang="de-DE" noProof="0" smtClean="0"/>
              <a:t>27.04.2026</a:t>
            </a:fld>
            <a:endParaRPr lang="de-DE" noProof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Textmasterformate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059D1-1E64-4095-816B-E25F58AA521B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97056426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059D1-1E64-4095-816B-E25F58AA521B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9060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059D1-1E64-4095-816B-E25F58AA521B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25352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A5E47-9F8C-73C9-9B12-E450E559B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2E1E52C-9CB1-DA3C-B54C-AC47D29291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EAF1470-E374-142B-AD81-C4298B8CA1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EBBD2CB-5A2F-F877-E07A-8003321091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059D1-1E64-4095-816B-E25F58AA521B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92052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059D1-1E64-4095-816B-E25F58AA521B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86232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8D370-7FED-CDDB-D915-010548C52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9572507-0EC3-E37F-76BC-45D4B2559A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031693E-5CDD-B7E0-CF8A-EDB017E1A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715219C-0EB4-E9B4-95B1-7BED20D676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059D1-1E64-4095-816B-E25F58AA521B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42239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2CAD6-07AE-B317-5645-72441950C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C4D91C3-8D2B-905C-E62B-334607BBDC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8AF6DE4-0B44-E9D4-2D04-D2208AB067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A4161E-3FA2-505E-A97D-2BD061BDF6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059D1-1E64-4095-816B-E25F58AA521B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1671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059D1-1E64-4095-816B-E25F58AA521B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2163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02912-FD73-6D93-1036-687993C00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3EF5B76-200E-49A5-8BC8-59A4AE94B9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6ABCAC8-6B02-A470-8D14-A9D675E1D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BE433D6-FEF0-EA7F-1D4F-F4FBE685FE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059D1-1E64-4095-816B-E25F58AA521B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6977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de-DE" noProof="0" dirty="0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de-DE" noProof="0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6F017FFA-7AEE-4C00-88EF-1712D868907B}" type="datetime1">
              <a:rPr lang="de-DE" noProof="0" smtClean="0"/>
              <a:t>27.04.2026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de-DE" noProof="0" smtClean="0"/>
              <a:pPr rtl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de-DE" noProof="0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500A958-47F8-4A25-9D65-93789F465065}" type="datetime1">
              <a:rPr lang="de-DE" noProof="0" smtClean="0"/>
              <a:t>27.04.2026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de-DE" noProof="0" smtClean="0"/>
              <a:pPr rtl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52FD7EF8-B80C-4EAF-BDE9-3F6BA4E2A20F}" type="datetime1">
              <a:rPr lang="de-DE" noProof="0" smtClean="0"/>
              <a:t>27.04.2026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de-DE" noProof="0" smtClean="0"/>
              <a:pPr rtl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CF5CBA0-3018-4AED-9709-ED5ED6DE6464}" type="datetime1">
              <a:rPr lang="de-DE" noProof="0" smtClean="0"/>
              <a:t>27.04.2026</a:t>
            </a:fld>
            <a:endParaRPr lang="de-DE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de-DE" noProof="0" smtClean="0"/>
              <a:pPr rtl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C9E23F0-8CA4-4891-BD20-E4745AC04CDA}" type="datetime1">
              <a:rPr lang="de-DE" noProof="0" smtClean="0"/>
              <a:t>27.04.2026</a:t>
            </a:fld>
            <a:endParaRPr lang="de-DE" noProof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de-DE" noProof="0" smtClean="0"/>
              <a:pPr rtl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7049BD8-EDBB-43F8-A43A-C3DFCBD8BA18}" type="datetime1">
              <a:rPr lang="de-DE" noProof="0" smtClean="0"/>
              <a:t>27.04.2026</a:t>
            </a:fld>
            <a:endParaRPr lang="de-DE" noProof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de-DE" noProof="0" smtClean="0"/>
              <a:pPr rtl="0"/>
              <a:t>‹#›</a:t>
            </a:fld>
            <a:endParaRPr lang="de-DE" noProof="0"/>
          </a:p>
        </p:txBody>
      </p:sp>
      <p:sp>
        <p:nvSpPr>
          <p:cNvPr id="7" name="Rechteck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1C89A48-29B7-4D5A-8AB0-E4BA246CFAD2}" type="datetime1">
              <a:rPr lang="de-DE" noProof="0" smtClean="0"/>
              <a:t>27.04.2026</a:t>
            </a:fld>
            <a:endParaRPr lang="de-DE" noProof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de-DE" noProof="0" smtClean="0"/>
              <a:pPr rtl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AFD730BD-5937-405C-BD95-FF3ACE1D618D}" type="datetime1">
              <a:rPr lang="de-DE" noProof="0" smtClean="0"/>
              <a:t>27.04.2026</a:t>
            </a:fld>
            <a:endParaRPr lang="de-DE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de-DE" noProof="0" smtClean="0"/>
              <a:pPr rtl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de-DE" noProof="0"/>
              <a:t>Klicken Sie, um ein Bild hinzuzufügen.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7AB63DA-8489-4CDE-978B-BB7BCFF91C84}" type="datetime1">
              <a:rPr lang="de-DE" noProof="0" smtClean="0"/>
              <a:t>27.04.2026</a:t>
            </a:fld>
            <a:endParaRPr lang="de-DE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de-DE" noProof="0" smtClean="0"/>
              <a:pPr rtl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el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40C8376-9E33-4792-89DD-E496184A2796}" type="datetime1">
              <a:rPr lang="de-DE" noProof="0" smtClean="0"/>
              <a:t>27.04.2026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de-DE" noProof="0" smtClean="0"/>
              <a:pPr rtl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kaler Titel 1"/>
          <p:cNvSpPr>
            <a:spLocks noGrp="1"/>
          </p:cNvSpPr>
          <p:nvPr>
            <p:ph type="title" orient="vert" hasCustomPrompt="1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B2E4CCC-08DB-477E-9152-1DAD05168712}" type="datetime1">
              <a:rPr lang="de-DE" noProof="0" smtClean="0"/>
              <a:t>27.04.2026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de-DE" noProof="0" smtClean="0"/>
              <a:pPr rtl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de-DE" noProof="0" dirty="0"/>
              <a:t>Textmasterformate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16D808DD-B590-408B-8826-B4C3892F22C7}" type="datetime1">
              <a:rPr lang="de-DE" noProof="0" smtClean="0"/>
              <a:t>27.04.2026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de-DE" noProof="0" smtClean="0"/>
              <a:pPr rtl="0"/>
              <a:t>‹#›</a:t>
            </a:fld>
            <a:endParaRPr lang="de-DE" noProof="0"/>
          </a:p>
        </p:txBody>
      </p:sp>
      <p:sp>
        <p:nvSpPr>
          <p:cNvPr id="9" name="Rechteck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10" name="Rechteck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11" name="Rechteck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hteck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/>
          </a:p>
        </p:txBody>
      </p:sp>
      <p:pic>
        <p:nvPicPr>
          <p:cNvPr id="7" name="Bild 6" descr="Digitale Verbindungen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uppe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AT"/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AT"/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AT"/>
            </a:p>
          </p:txBody>
        </p:sp>
      </p:grpSp>
      <p:sp>
        <p:nvSpPr>
          <p:cNvPr id="22" name="Rechteck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 rtlCol="0">
            <a:noAutofit/>
          </a:bodyPr>
          <a:lstStyle/>
          <a:p>
            <a:pPr rtl="0"/>
            <a:r>
              <a:rPr lang="de-DE" sz="5000" dirty="0" err="1">
                <a:solidFill>
                  <a:schemeClr val="bg1"/>
                </a:solidFill>
              </a:rPr>
              <a:t>Sparsity</a:t>
            </a:r>
            <a:r>
              <a:rPr lang="de-DE" sz="5000" dirty="0">
                <a:solidFill>
                  <a:schemeClr val="bg1"/>
                </a:solidFill>
              </a:rPr>
              <a:t> von E-Commerce Daten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 rtlCol="0">
            <a:normAutofit/>
          </a:bodyPr>
          <a:lstStyle/>
          <a:p>
            <a:pPr rtl="0"/>
            <a:r>
              <a:rPr lang="de-DE" dirty="0">
                <a:solidFill>
                  <a:srgbClr val="7CEBFF"/>
                </a:solidFill>
              </a:rPr>
              <a:t>Martin Wiesinger, Christian </a:t>
            </a:r>
            <a:r>
              <a:rPr lang="de-DE" dirty="0" err="1">
                <a:solidFill>
                  <a:srgbClr val="7CEBFF"/>
                </a:solidFill>
              </a:rPr>
              <a:t>Zanotti</a:t>
            </a:r>
            <a:r>
              <a:rPr lang="de-DE" dirty="0">
                <a:solidFill>
                  <a:srgbClr val="7CEBFF"/>
                </a:solidFill>
              </a:rPr>
              <a:t>, David Ottino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de-DE"/>
              <a:t>Verwendete Technologien</a:t>
            </a:r>
            <a:endParaRPr lang="en-US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86AB018-5B0D-2885-80A2-4F3411D554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3" y="2228003"/>
            <a:ext cx="11029616" cy="3633047"/>
          </a:xfrm>
        </p:spPr>
        <p:txBody>
          <a:bodyPr/>
          <a:lstStyle/>
          <a:p>
            <a:pPr marL="305435" indent="-305435"/>
            <a:r>
              <a:rPr lang="de-AT" sz="2400"/>
              <a:t>Auswahl von </a:t>
            </a:r>
            <a:r>
              <a:rPr lang="de-AT" sz="2400" b="1"/>
              <a:t>PostgreSQL</a:t>
            </a:r>
            <a:r>
              <a:rPr lang="de-AT" sz="2400"/>
              <a:t> (mit DBeaver) als DBMS.</a:t>
            </a:r>
            <a:endParaRPr lang="en-US" sz="2400"/>
          </a:p>
          <a:p>
            <a:pPr marL="305435" indent="-305435"/>
            <a:r>
              <a:rPr lang="de-AT" sz="2400"/>
              <a:t>Auswahl von </a:t>
            </a:r>
            <a:r>
              <a:rPr lang="de-AT" sz="2400" b="1"/>
              <a:t>Python</a:t>
            </a:r>
            <a:r>
              <a:rPr lang="de-AT" sz="2400"/>
              <a:t> als backend Anfragesprache.</a:t>
            </a:r>
            <a:endParaRPr lang="en-US" sz="2400"/>
          </a:p>
          <a:p>
            <a:pPr marL="305435" indent="-305435"/>
            <a:r>
              <a:rPr lang="de-AT" sz="2400"/>
              <a:t>Public </a:t>
            </a:r>
            <a:r>
              <a:rPr lang="de-AT" sz="2400" b="1"/>
              <a:t>GitHub Repo</a:t>
            </a:r>
            <a:r>
              <a:rPr lang="de-AT" sz="2400"/>
              <a:t> zur bearbeitung und abgabe de Projekts.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D4A36A-FD03-89FD-B23D-0466F1B1E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C8D5BE-DD76-586F-7D09-101E03FE1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de-DE"/>
              <a:t>Legen der Basis</a:t>
            </a: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826B2E9-2296-E89D-AC0C-32DE496D55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3" y="2228003"/>
            <a:ext cx="8802992" cy="3633047"/>
          </a:xfrm>
        </p:spPr>
        <p:txBody>
          <a:bodyPr/>
          <a:lstStyle/>
          <a:p>
            <a:pPr marL="305435" indent="-305435"/>
            <a:r>
              <a:rPr lang="de-AT" sz="2400"/>
              <a:t>Verwendung von lib. </a:t>
            </a:r>
            <a:r>
              <a:rPr lang="de-AT" sz="2400" b="1"/>
              <a:t>psycopg </a:t>
            </a:r>
            <a:r>
              <a:rPr lang="de-AT" sz="2400"/>
              <a:t>und </a:t>
            </a:r>
            <a:r>
              <a:rPr lang="de-AT" sz="2400" b="1"/>
              <a:t>dotenv </a:t>
            </a:r>
            <a:r>
              <a:rPr lang="en-US" sz="2400"/>
              <a:t>zum Verbindungsaufbau.</a:t>
            </a:r>
          </a:p>
          <a:p>
            <a:pPr marL="305435" indent="-305435"/>
            <a:r>
              <a:rPr lang="en-US" sz="2400"/>
              <a:t>Erstellung von unabhängigen, test-daten-scripts wie </a:t>
            </a:r>
            <a:r>
              <a:rPr lang="en-US" sz="2400" b="1"/>
              <a:t>toy_setup </a:t>
            </a:r>
            <a:r>
              <a:rPr lang="en-US" sz="2400"/>
              <a:t>und </a:t>
            </a:r>
            <a:r>
              <a:rPr lang="en-US" sz="2400" b="1"/>
              <a:t>generate</a:t>
            </a:r>
            <a:r>
              <a:rPr lang="en-US" sz="2400"/>
              <a:t>.</a:t>
            </a:r>
          </a:p>
          <a:p>
            <a:pPr marL="305435" indent="-305435"/>
            <a:r>
              <a:rPr lang="en-US" sz="2400"/>
              <a:t>Erstellen von </a:t>
            </a:r>
            <a:r>
              <a:rPr lang="en-US" sz="2400" b="1"/>
              <a:t>H2V </a:t>
            </a:r>
            <a:r>
              <a:rPr lang="en-US" sz="2400"/>
              <a:t>und </a:t>
            </a:r>
            <a:r>
              <a:rPr lang="en-US" sz="2400" b="1"/>
              <a:t>V2H</a:t>
            </a:r>
            <a:r>
              <a:rPr lang="en-US" sz="2400"/>
              <a:t>, sowie eines </a:t>
            </a:r>
            <a:r>
              <a:rPr lang="en-US" sz="2400" b="1"/>
              <a:t>client-side proxy.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20873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hteck 12">
            <a:extLst>
              <a:ext uri="{FF2B5EF4-FFF2-40B4-BE49-F238E27FC236}">
                <a16:creationId xmlns:a16="http://schemas.microsoft.com/office/drawing/2014/main" id="{4AE9D071-98CF-435C-BD2B-976514544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/>
          </a:p>
        </p:txBody>
      </p:sp>
      <p:pic>
        <p:nvPicPr>
          <p:cNvPr id="8" name="Inhaltsplatzhalter 4" descr="Digitale Zahlen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Gruppe 14">
            <a:extLst>
              <a:ext uri="{FF2B5EF4-FFF2-40B4-BE49-F238E27FC236}">
                <a16:creationId xmlns:a16="http://schemas.microsoft.com/office/drawing/2014/main" id="{D619FC33-16ED-4246-9596-BEFEB55E4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2EEA80E1-F99F-4009-837F-2F72F8A5D5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AT"/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0230AF9A-4641-4BD8-9F95-9607CD304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AT"/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8703D4EC-9389-41B6-B88B-B6FDC8CD3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AT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7213600" cy="1121871"/>
          </a:xfrm>
        </p:spPr>
        <p:txBody>
          <a:bodyPr rtlCol="0" anchor="ctr">
            <a:normAutofit/>
          </a:bodyPr>
          <a:lstStyle/>
          <a:p>
            <a:pPr algn="ctr" rtl="0"/>
            <a:r>
              <a:rPr lang="de-DE" dirty="0"/>
              <a:t>Zeitplanung</a:t>
            </a:r>
          </a:p>
        </p:txBody>
      </p:sp>
      <p:graphicFrame>
        <p:nvGraphicFramePr>
          <p:cNvPr id="6" name="Inhaltsplatzhalter 5" descr="SmartArt">
            <a:extLst>
              <a:ext uri="{FF2B5EF4-FFF2-40B4-BE49-F238E27FC236}">
                <a16:creationId xmlns:a16="http://schemas.microsoft.com/office/drawing/2014/main" id="{BF629521-FFD2-45DA-9D1D-A5F09BD5A2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4109150"/>
              </p:ext>
            </p:extLst>
          </p:nvPr>
        </p:nvGraphicFramePr>
        <p:xfrm>
          <a:off x="719571" y="2198254"/>
          <a:ext cx="6854248" cy="356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09322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B3DAD2-4C88-8A46-CFC2-07C224698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078A52F-85EA-4C0B-962B-D9D9DD4DD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9797D5-5700-4683-B30A-5B4D56CB8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56A7B9-9801-42EC-A4C9-7E22A56EF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AD54DB8-C150-4290-85D6-F5B0262BF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Content Placeholder 9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C84E358-A8E5-C7D0-D4C2-4CB9CD27C24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r="19425"/>
          <a:stretch>
            <a:fillRect/>
          </a:stretch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720C44-0030-5C0D-7822-9E2B7B10F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6275" y="1419225"/>
            <a:ext cx="3081576" cy="2085869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300">
                <a:solidFill>
                  <a:srgbClr val="FFFFFF"/>
                </a:solidFill>
              </a:rPr>
              <a:t>Proxy - Gros der Implementiereung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931135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816E35-059E-2904-FDBA-9F15603CD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A078A52F-85EA-4C0B-962B-D9D9DD4DD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19797D5-5700-4683-B30A-5B4D56CB8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856A7B9-9801-42EC-A4C9-7E22A56EF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AD54DB8-C150-4290-85D6-F5B0262BF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FC28D6BA-63E4-BC89-14AD-4175565045C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l="5068" t="-990" r="28321" b="959"/>
          <a:stretch>
            <a:fillRect/>
          </a:stretch>
        </p:blipFill>
        <p:spPr>
          <a:xfrm>
            <a:off x="446534" y="723899"/>
            <a:ext cx="7487848" cy="5678542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081486C-7C0F-8D42-BA8F-41210DAF3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6275" y="1419225"/>
            <a:ext cx="3081576" cy="2085869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300">
                <a:solidFill>
                  <a:srgbClr val="FFFFFF"/>
                </a:solidFill>
              </a:rPr>
              <a:t>Proxy - CAVEAT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681392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hteck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/>
          </a:p>
        </p:txBody>
      </p:sp>
      <p:pic>
        <p:nvPicPr>
          <p:cNvPr id="5" name="Bild 4" descr="Digitale Zahlen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 rtlCol="0">
            <a:normAutofit/>
          </a:bodyPr>
          <a:lstStyle/>
          <a:p>
            <a:pPr rtl="0"/>
            <a:r>
              <a:rPr lang="de-DE" dirty="0">
                <a:solidFill>
                  <a:srgbClr val="FFFFFF"/>
                </a:solidFill>
              </a:rPr>
              <a:t>Demo</a:t>
            </a:r>
          </a:p>
        </p:txBody>
      </p:sp>
      <p:grpSp>
        <p:nvGrpSpPr>
          <p:cNvPr id="14" name="Gruppe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AT"/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AT"/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AT"/>
            </a:p>
          </p:txBody>
        </p:sp>
      </p:grpSp>
      <p:sp>
        <p:nvSpPr>
          <p:cNvPr id="6" name="Untertitel 5">
            <a:extLst>
              <a:ext uri="{FF2B5EF4-FFF2-40B4-BE49-F238E27FC236}">
                <a16:creationId xmlns:a16="http://schemas.microsoft.com/office/drawing/2014/main" id="{08B07814-13F0-3D3F-89D0-F932300143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D61C0A-EA71-2EE4-9B19-22FD61B6D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F35C1F-972A-C941-35DE-AF6247589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dirty="0"/>
              <a:t>Interpretation der Ergebnisse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EBB9406-CC1C-8F1C-DA12-7C6E38358C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3" y="2228003"/>
            <a:ext cx="11029616" cy="3633047"/>
          </a:xfrm>
        </p:spPr>
        <p:txBody>
          <a:bodyPr/>
          <a:lstStyle/>
          <a:p>
            <a:r>
              <a:rPr lang="de-AT" dirty="0" err="1"/>
              <a:t>test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74710268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e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0CF3B2-1F0F-4FC5-8002-3E4869ABAD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EBC12AA-1C15-4500-BC9C-8EE83A441DE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1F69AFF4-BB30-4BA0-AD22-82CC3C4327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Technologie, Design Dividende</Template>
  <TotalTime>0</TotalTime>
  <Words>32</Words>
  <Application>Microsoft Office PowerPoint</Application>
  <PresentationFormat>Widescreen</PresentationFormat>
  <Paragraphs>16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Dividende</vt:lpstr>
      <vt:lpstr>Sparsity von E-Commerce Daten</vt:lpstr>
      <vt:lpstr>Verwendete Technologien</vt:lpstr>
      <vt:lpstr>Legen der Basis</vt:lpstr>
      <vt:lpstr>Zeitplanung</vt:lpstr>
      <vt:lpstr>Proxy - Gros der Implementiereung</vt:lpstr>
      <vt:lpstr>Proxy - CAVEAT</vt:lpstr>
      <vt:lpstr>Demo</vt:lpstr>
      <vt:lpstr>Interpretation der Ergebnisse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Ottino</dc:creator>
  <cp:lastModifiedBy>David Ottino</cp:lastModifiedBy>
  <cp:revision>163</cp:revision>
  <dcterms:created xsi:type="dcterms:W3CDTF">2026-04-26T20:19:10Z</dcterms:created>
  <dcterms:modified xsi:type="dcterms:W3CDTF">2026-04-27T11:44:28Z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